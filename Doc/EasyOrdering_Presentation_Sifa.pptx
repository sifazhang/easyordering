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80" r:id="rId2"/>
    <p:sldId id="262" r:id="rId3"/>
    <p:sldId id="282" r:id="rId4"/>
    <p:sldId id="279" r:id="rId5"/>
    <p:sldId id="286" r:id="rId6"/>
    <p:sldId id="285" r:id="rId7"/>
    <p:sldId id="298" r:id="rId8"/>
    <p:sldId id="301" r:id="rId9"/>
    <p:sldId id="284" r:id="rId10"/>
    <p:sldId id="297" r:id="rId11"/>
    <p:sldId id="295" r:id="rId12"/>
    <p:sldId id="300" r:id="rId13"/>
    <p:sldId id="296" r:id="rId14"/>
    <p:sldId id="288" r:id="rId15"/>
    <p:sldId id="291" r:id="rId16"/>
    <p:sldId id="299" r:id="rId17"/>
    <p:sldId id="292" r:id="rId18"/>
    <p:sldId id="293" r:id="rId19"/>
    <p:sldId id="294" r:id="rId20"/>
    <p:sldId id="281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3510226439cn@gmail.com" initials="1" lastIdx="2" clrIdx="0">
    <p:extLst>
      <p:ext uri="{19B8F6BF-5375-455C-9EA6-DF929625EA0E}">
        <p15:presenceInfo xmlns:p15="http://schemas.microsoft.com/office/powerpoint/2012/main" userId="caea23332bf666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83234" autoAdjust="0"/>
  </p:normalViewPr>
  <p:slideViewPr>
    <p:cSldViewPr snapToGrid="0" showGuides="1">
      <p:cViewPr>
        <p:scale>
          <a:sx n="75" d="100"/>
          <a:sy n="75" d="100"/>
        </p:scale>
        <p:origin x="-420" y="3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Good evening, everyone. My name is Yong Zhang, also known as </a:t>
            </a:r>
            <a:r>
              <a:rPr lang="en-US" altLang="zh-CN" sz="1200" dirty="0" err="1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Sifa</a:t>
            </a:r>
            <a:r>
              <a:rPr lang="en-US" altLang="zh-CN" sz="1200" dirty="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r>
              <a:rPr lang="en-US" altLang="zh-CN" sz="1200" dirty="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Today, I’m excited to present my final project for the MCSD51 Certificate – My project is a web-based restaurant ordering system called </a:t>
            </a:r>
            <a:r>
              <a:rPr lang="en-US" altLang="zh-CN" sz="1200" b="1" dirty="0" err="1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EasyOrdering</a:t>
            </a:r>
            <a:r>
              <a:rPr lang="en-US" altLang="zh-CN" sz="1200" dirty="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r>
              <a:rPr lang="en-US" altLang="zh-CN" sz="1200" dirty="0">
                <a:effectLst/>
                <a:latin typeface="Aptos"/>
                <a:ea typeface="等线" panose="02010600030101010101" pitchFamily="2" charset="-122"/>
                <a:cs typeface="Times New Roman" panose="02020603050405020304" pitchFamily="18" charset="0"/>
              </a:rPr>
              <a:t>This system aims to improve the dining experience through QR code technology.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95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573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ABC5E05-B56F-4088-9BA4-225ECF9713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" r="1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19409D-82A4-4A21-BB04-5C93E35D3A24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0">
                <a:schemeClr val="accent1">
                  <a:lumMod val="75000"/>
                  <a:alpha val="90000"/>
                </a:schemeClr>
              </a:gs>
              <a:gs pos="70000">
                <a:schemeClr val="accent1">
                  <a:lumMod val="75000"/>
                  <a:alpha val="0"/>
                </a:schemeClr>
              </a:gs>
            </a:gsLst>
            <a:lin ang="2700000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57250" y="1714500"/>
            <a:ext cx="6000750" cy="1905000"/>
          </a:xfrm>
          <a:prstGeom prst="rect">
            <a:avLst/>
          </a:prstGeom>
        </p:spPr>
        <p:txBody>
          <a:bodyPr anchor="b"/>
          <a:lstStyle>
            <a:lvl1pPr algn="l">
              <a:defRPr sz="6000" b="1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Presentation Title Goes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1A591-519C-45A3-ACE7-1AE86AAA73CD}"/>
              </a:ext>
            </a:extLst>
          </p:cNvPr>
          <p:cNvSpPr>
            <a:spLocks/>
          </p:cNvSpPr>
          <p:nvPr/>
        </p:nvSpPr>
        <p:spPr>
          <a:xfrm>
            <a:off x="3762375" y="3981450"/>
            <a:ext cx="609600" cy="609600"/>
          </a:xfrm>
          <a:prstGeom prst="rect">
            <a:avLst/>
          </a:prstGeom>
          <a:solidFill>
            <a:srgbClr val="013D4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5" name="Subtitle 4"/>
          <p:cNvSpPr>
            <a:spLocks noGrp="1"/>
          </p:cNvSpPr>
          <p:nvPr>
            <p:ph type="subTitle" idx="1" hasCustomPrompt="1"/>
          </p:nvPr>
        </p:nvSpPr>
        <p:spPr>
          <a:xfrm>
            <a:off x="857250" y="3981450"/>
            <a:ext cx="2905125" cy="6096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000" b="0" i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add subtitle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5781674"/>
            <a:ext cx="16668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Presenter name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92064E4-C504-4DC7-A941-AF46E158FA78}"/>
              </a:ext>
            </a:extLst>
          </p:cNvPr>
          <p:cNvSpPr>
            <a:spLocks/>
          </p:cNvSpPr>
          <p:nvPr/>
        </p:nvSpPr>
        <p:spPr>
          <a:xfrm>
            <a:off x="4010025" y="4152900"/>
            <a:ext cx="133350" cy="133350"/>
          </a:xfrm>
          <a:prstGeom prst="lin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10001250" y="5781674"/>
            <a:ext cx="15144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r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www.officeplus.cn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E62ABF4-9C9A-43B7-90C5-8F5F8902F5EB}"/>
              </a:ext>
            </a:extLst>
          </p:cNvPr>
          <p:cNvSpPr>
            <a:spLocks/>
          </p:cNvSpPr>
          <p:nvPr/>
        </p:nvSpPr>
        <p:spPr>
          <a:xfrm rot="5400000">
            <a:off x="4010025" y="4286250"/>
            <a:ext cx="133350" cy="123825"/>
          </a:xfrm>
          <a:prstGeom prst="lin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C7BB3E-99BB-401D-A6EF-E1DA9CAF7737}"/>
              </a:ext>
            </a:extLst>
          </p:cNvPr>
          <p:cNvSpPr>
            <a:spLocks/>
          </p:cNvSpPr>
          <p:nvPr/>
        </p:nvSpPr>
        <p:spPr>
          <a:xfrm>
            <a:off x="11049000" y="714375"/>
            <a:ext cx="228600" cy="381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AA686-89D4-496B-94C5-2604E441A3FB}"/>
              </a:ext>
            </a:extLst>
          </p:cNvPr>
          <p:cNvSpPr>
            <a:spLocks/>
          </p:cNvSpPr>
          <p:nvPr/>
        </p:nvSpPr>
        <p:spPr>
          <a:xfrm>
            <a:off x="11277600" y="714375"/>
            <a:ext cx="228600" cy="38100"/>
          </a:xfrm>
          <a:prstGeom prst="rect">
            <a:avLst/>
          </a:prstGeom>
          <a:solidFill>
            <a:schemeClr val="tx1">
              <a:alpha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152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691D85A-5B52-8986-1853-15643400A7B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C0923B-B9EB-06EE-80E2-63979051744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r="-3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DE82C8-4C60-2D4E-F0D7-C941C357D4E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563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2025/7/13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9" name="Group 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0" name="Straight Connector 9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Freeform: Shape 11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8074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B4C608-0DF2-4DD6-9D8F-AF2B09CD07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" r="1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83AB77-CB79-4418-8996-1639C96F3B7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0">
                <a:schemeClr val="accent1">
                  <a:lumMod val="75000"/>
                  <a:alpha val="90000"/>
                </a:schemeClr>
              </a:gs>
              <a:gs pos="70000">
                <a:schemeClr val="accent1">
                  <a:lumMod val="75000"/>
                  <a:alpha val="0"/>
                </a:schemeClr>
              </a:gs>
            </a:gsLst>
            <a:lin ang="10800000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0" y="3143250"/>
            <a:ext cx="4572000" cy="857250"/>
          </a:xfrm>
          <a:prstGeom prst="rect">
            <a:avLst/>
          </a:prstGeom>
        </p:spPr>
        <p:txBody>
          <a:bodyPr anchor="b"/>
          <a:lstStyle>
            <a:lvl1pPr algn="r">
              <a:defRPr sz="3600" b="1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6858000" y="4095750"/>
            <a:ext cx="4572000" cy="571500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1600" b="0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00387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78B1-822A-48DD-9412-1B7D6807ED91}" type="datetime1">
              <a:rPr lang="zh-CN" altLang="en-US" smtClean="0"/>
              <a:t>2025/7/13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548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2025/7/13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2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A10CC2-C449-4436-9032-B6BFFB1482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" r="1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17966A-EFDA-4861-BFE7-AC96240FB3D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0">
                <a:schemeClr val="accent1">
                  <a:lumMod val="75000"/>
                  <a:alpha val="90000"/>
                </a:schemeClr>
              </a:gs>
              <a:gs pos="70000">
                <a:schemeClr val="accent1">
                  <a:lumMod val="75000"/>
                  <a:alpha val="0"/>
                </a:schemeClr>
              </a:gs>
            </a:gsLst>
            <a:lin ang="2700000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57250" y="1714500"/>
            <a:ext cx="6000750" cy="1905000"/>
          </a:xfrm>
          <a:prstGeom prst="rect">
            <a:avLst/>
          </a:prstGeom>
        </p:spPr>
        <p:txBody>
          <a:bodyPr anchor="b"/>
          <a:lstStyle>
            <a:lvl1pPr algn="l">
              <a:defRPr sz="6000" b="1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99825-FDA1-42FD-AF3A-441D482E165B}"/>
              </a:ext>
            </a:extLst>
          </p:cNvPr>
          <p:cNvSpPr>
            <a:spLocks/>
          </p:cNvSpPr>
          <p:nvPr/>
        </p:nvSpPr>
        <p:spPr>
          <a:xfrm>
            <a:off x="11049000" y="714375"/>
            <a:ext cx="228600" cy="3810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5781674"/>
            <a:ext cx="16668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Speaker name and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BB8104-467C-42BB-9767-7856716B63C2}"/>
              </a:ext>
            </a:extLst>
          </p:cNvPr>
          <p:cNvSpPr>
            <a:spLocks/>
          </p:cNvSpPr>
          <p:nvPr/>
        </p:nvSpPr>
        <p:spPr>
          <a:xfrm>
            <a:off x="11277600" y="714375"/>
            <a:ext cx="228600" cy="38100"/>
          </a:xfrm>
          <a:prstGeom prst="rect">
            <a:avLst/>
          </a:prstGeom>
          <a:solidFill>
            <a:schemeClr val="tx1">
              <a:alpha val="5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10001250" y="5781674"/>
            <a:ext cx="15144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r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400267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2025/7/13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6C8D56E8-4188-4F07-BCB5-CB615A33A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0" y="1507067"/>
            <a:ext cx="5952067" cy="2357967"/>
          </a:xfrm>
        </p:spPr>
        <p:txBody>
          <a:bodyPr wrap="square">
            <a:normAutofit/>
          </a:bodyPr>
          <a:lstStyle/>
          <a:p>
            <a:r>
              <a:rPr lang="en-NZ" altLang="zh-CN" sz="64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EasyOrdering</a:t>
            </a:r>
            <a:br>
              <a:rPr lang="en-US" altLang="zh-CN" dirty="0"/>
            </a:br>
            <a:r>
              <a:rPr lang="en-NZ" altLang="zh-CN" sz="4200" b="0" dirty="0"/>
              <a:t>Web-Based Restaurant Ordering System</a:t>
            </a:r>
            <a:endParaRPr lang="zh-CN" altLang="en-US" sz="4200" b="0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BFC8F61-C183-4DBC-ABEC-7271CA9AE4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31375" y="5141381"/>
            <a:ext cx="2380192" cy="779993"/>
          </a:xfrm>
        </p:spPr>
        <p:txBody>
          <a:bodyPr wrap="square">
            <a:normAutofit/>
          </a:bodyPr>
          <a:lstStyle/>
          <a:p>
            <a:r>
              <a:rPr lang="en-US" altLang="zh-CN" sz="1800" dirty="0"/>
              <a:t>Yong(</a:t>
            </a:r>
            <a:r>
              <a:rPr lang="en-NZ" altLang="zh-CN" sz="1800" dirty="0" err="1"/>
              <a:t>Sifa</a:t>
            </a:r>
            <a:r>
              <a:rPr lang="en-NZ" altLang="zh-CN" sz="1800" dirty="0"/>
              <a:t>) Zhang</a:t>
            </a:r>
          </a:p>
          <a:p>
            <a:r>
              <a:rPr lang="en-NZ" altLang="zh-CN" sz="1800" dirty="0"/>
              <a:t>July 2025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9010A1D-151A-459A-8AD7-86EC6A7A4A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466944"/>
            <a:ext cx="3777193" cy="342900"/>
          </a:xfrm>
        </p:spPr>
        <p:txBody>
          <a:bodyPr wrap="square">
            <a:normAutofit fontScale="92500"/>
          </a:bodyPr>
          <a:lstStyle/>
          <a:p>
            <a:r>
              <a:rPr lang="en-US" altLang="zh-CN" sz="1400" dirty="0"/>
              <a:t>MCSD51 – Certificate in Software Development</a:t>
            </a:r>
            <a:endParaRPr lang="en-NZ" altLang="zh-C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8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>
                <a:ea typeface="+mn-ea"/>
                <a:cs typeface="+mn-cs"/>
              </a:rPr>
              <a:t>Background</a:t>
            </a:r>
            <a:r>
              <a:rPr lang="en-NZ" altLang="zh-CN" sz="4800" dirty="0"/>
              <a:t> &amp; Motivation</a:t>
            </a:r>
            <a:endParaRPr lang="en-US" sz="4800" dirty="0"/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106AEE1F-F7D1-EA36-A32B-3AF5B5E96ECC}"/>
              </a:ext>
            </a:extLst>
          </p:cNvPr>
          <p:cNvSpPr/>
          <p:nvPr/>
        </p:nvSpPr>
        <p:spPr>
          <a:xfrm>
            <a:off x="769862" y="1485899"/>
            <a:ext cx="10533137" cy="1531796"/>
          </a:xfrm>
          <a:prstGeom prst="rect">
            <a:avLst/>
          </a:prstGeom>
          <a:solidFill>
            <a:schemeClr val="tx2">
              <a:alpha val="15000"/>
            </a:schemeClr>
          </a:solidFill>
          <a:ln w="6055" cap="flat">
            <a:noFill/>
            <a:prstDash val="solid"/>
            <a:miter/>
          </a:ln>
        </p:spPr>
        <p:txBody>
          <a:bodyPr wrap="square" lIns="108000" tIns="108000" rIns="108000" bIns="108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800" dirty="0"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+mj-lt"/>
              </a:rPr>
              <a:t>Inspired by QR-based systems in China</a:t>
            </a:r>
            <a:endParaRPr lang="en-NZ" altLang="zh-CN" sz="2800" dirty="0"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  <a:latin typeface="+mj-lt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5D459175-7CA9-8041-E183-EC8A6CD3D3A3}"/>
              </a:ext>
            </a:extLst>
          </p:cNvPr>
          <p:cNvSpPr/>
          <p:nvPr/>
        </p:nvSpPr>
        <p:spPr>
          <a:xfrm>
            <a:off x="769862" y="3297766"/>
            <a:ext cx="10533137" cy="1531796"/>
          </a:xfrm>
          <a:prstGeom prst="rect">
            <a:avLst/>
          </a:prstGeom>
          <a:solidFill>
            <a:schemeClr val="accent1">
              <a:alpha val="15000"/>
            </a:schemeClr>
          </a:solidFill>
          <a:ln w="6055" cap="flat">
            <a:noFill/>
            <a:prstDash val="solid"/>
            <a:miter/>
          </a:ln>
        </p:spPr>
        <p:txBody>
          <a:bodyPr wrap="square" lIns="108000" tIns="108000" rIns="108000" bIns="108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NZ" altLang="zh-CN" sz="2800" dirty="0"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+mj-lt"/>
              </a:rPr>
              <a:t>Traditional methods inefficient</a:t>
            </a:r>
            <a:endParaRPr lang="zh-CN" altLang="en-US" sz="2800" dirty="0"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  <a:latin typeface="+mj-lt"/>
            </a:endParaRPr>
          </a:p>
        </p:txBody>
      </p:sp>
      <p:sp>
        <p:nvSpPr>
          <p:cNvPr id="20" name="Rectangle 24">
            <a:extLst>
              <a:ext uri="{FF2B5EF4-FFF2-40B4-BE49-F238E27FC236}">
                <a16:creationId xmlns:a16="http://schemas.microsoft.com/office/drawing/2014/main" id="{C43DC49A-2053-4493-9600-1A49B9F1235E}"/>
              </a:ext>
            </a:extLst>
          </p:cNvPr>
          <p:cNvSpPr/>
          <p:nvPr/>
        </p:nvSpPr>
        <p:spPr>
          <a:xfrm>
            <a:off x="769862" y="5109633"/>
            <a:ext cx="10533136" cy="1531796"/>
          </a:xfrm>
          <a:prstGeom prst="rect">
            <a:avLst/>
          </a:prstGeom>
          <a:solidFill>
            <a:schemeClr val="tx2">
              <a:alpha val="15000"/>
            </a:schemeClr>
          </a:solidFill>
          <a:ln w="6055" cap="flat">
            <a:noFill/>
            <a:prstDash val="solid"/>
            <a:miter/>
          </a:ln>
        </p:spPr>
        <p:txBody>
          <a:bodyPr wrap="square" lIns="108000" tIns="108000" rIns="108000" bIns="1080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800" dirty="0"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+mj-lt"/>
              </a:rPr>
              <a:t>Gap in local NZ restaurants</a:t>
            </a:r>
            <a:endParaRPr lang="zh-CN" altLang="en-US" sz="2800" dirty="0"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47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Project Goals</a:t>
            </a:r>
            <a:endParaRPr lang="en-US" sz="4800" dirty="0"/>
          </a:p>
        </p:txBody>
      </p:sp>
      <p:grpSp>
        <p:nvGrpSpPr>
          <p:cNvPr id="13" name="Group 1">
            <a:extLst>
              <a:ext uri="{FF2B5EF4-FFF2-40B4-BE49-F238E27FC236}">
                <a16:creationId xmlns:a16="http://schemas.microsoft.com/office/drawing/2014/main" id="{ABB4BD3E-32B5-4964-B1BC-DF733FA10BC9}"/>
              </a:ext>
            </a:extLst>
          </p:cNvPr>
          <p:cNvGrpSpPr/>
          <p:nvPr/>
        </p:nvGrpSpPr>
        <p:grpSpPr>
          <a:xfrm>
            <a:off x="660399" y="1976966"/>
            <a:ext cx="10858499" cy="3892032"/>
            <a:chOff x="660400" y="1130300"/>
            <a:chExt cx="10858499" cy="3892032"/>
          </a:xfrm>
        </p:grpSpPr>
        <p:grpSp>
          <p:nvGrpSpPr>
            <p:cNvPr id="14" name="Group 27">
              <a:extLst>
                <a:ext uri="{FF2B5EF4-FFF2-40B4-BE49-F238E27FC236}">
                  <a16:creationId xmlns:a16="http://schemas.microsoft.com/office/drawing/2014/main" id="{A4E8555D-F7E5-4C7F-B9F2-45B0B3B8FCFE}"/>
                </a:ext>
              </a:extLst>
            </p:cNvPr>
            <p:cNvGrpSpPr/>
            <p:nvPr/>
          </p:nvGrpSpPr>
          <p:grpSpPr>
            <a:xfrm>
              <a:off x="660400" y="1130300"/>
              <a:ext cx="5361403" cy="1276124"/>
              <a:chOff x="683324" y="1130300"/>
              <a:chExt cx="5361403" cy="1276124"/>
            </a:xfrm>
          </p:grpSpPr>
          <p:grpSp>
            <p:nvGrpSpPr>
              <p:cNvPr id="52" name="Group 25">
                <a:extLst>
                  <a:ext uri="{FF2B5EF4-FFF2-40B4-BE49-F238E27FC236}">
                    <a16:creationId xmlns:a16="http://schemas.microsoft.com/office/drawing/2014/main" id="{C39825DF-AF69-4413-B2AC-54082163D0BD}"/>
                  </a:ext>
                </a:extLst>
              </p:cNvPr>
              <p:cNvGrpSpPr/>
              <p:nvPr/>
            </p:nvGrpSpPr>
            <p:grpSpPr>
              <a:xfrm>
                <a:off x="683324" y="1130300"/>
                <a:ext cx="1133168" cy="1133168"/>
                <a:chOff x="5250225" y="2064684"/>
                <a:chExt cx="1133168" cy="1133168"/>
              </a:xfrm>
            </p:grpSpPr>
            <p:grpSp>
              <p:nvGrpSpPr>
                <p:cNvPr id="58" name="Group 5">
                  <a:extLst>
                    <a:ext uri="{FF2B5EF4-FFF2-40B4-BE49-F238E27FC236}">
                      <a16:creationId xmlns:a16="http://schemas.microsoft.com/office/drawing/2014/main" id="{10E9D6C2-F7E9-4CD6-9384-DD008F2C59AE}"/>
                    </a:ext>
                  </a:extLst>
                </p:cNvPr>
                <p:cNvGrpSpPr/>
                <p:nvPr/>
              </p:nvGrpSpPr>
              <p:grpSpPr>
                <a:xfrm>
                  <a:off x="5250225" y="2064684"/>
                  <a:ext cx="1133168" cy="1133168"/>
                  <a:chOff x="5168900" y="1803400"/>
                  <a:chExt cx="1371600" cy="1371600"/>
                </a:xfrm>
              </p:grpSpPr>
              <p:sp>
                <p:nvSpPr>
                  <p:cNvPr id="60" name="Rectangle 23">
                    <a:extLst>
                      <a:ext uri="{FF2B5EF4-FFF2-40B4-BE49-F238E27FC236}">
                        <a16:creationId xmlns:a16="http://schemas.microsoft.com/office/drawing/2014/main" id="{94A10706-F9AA-4BB0-BD44-6768C699F9D3}"/>
                      </a:ext>
                    </a:extLst>
                  </p:cNvPr>
                  <p:cNvSpPr/>
                  <p:nvPr/>
                </p:nvSpPr>
                <p:spPr>
                  <a:xfrm>
                    <a:off x="5168900" y="1803400"/>
                    <a:ext cx="1371600" cy="1371600"/>
                  </a:xfrm>
                  <a:prstGeom prst="rect">
                    <a:avLst/>
                  </a:prstGeom>
                  <a:solidFill>
                    <a:schemeClr val="accent5"/>
                  </a:solidFill>
                  <a:ln w="12700" cap="rnd">
                    <a:noFill/>
                    <a:prstDash val="solid"/>
                    <a:round/>
                    <a:headEnd/>
                    <a:tailEnd/>
                  </a:ln>
                  <a:effectLst>
                    <a:outerShdw blurRad="254000" dist="127000" algn="ctr" rotWithShape="0">
                      <a:schemeClr val="accent5">
                        <a:alpha val="32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ctr" defTabSz="914354"/>
                    <a:endParaRPr lang="en-GB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1" name="Freeform: Shape 24">
                    <a:extLst>
                      <a:ext uri="{FF2B5EF4-FFF2-40B4-BE49-F238E27FC236}">
                        <a16:creationId xmlns:a16="http://schemas.microsoft.com/office/drawing/2014/main" id="{787623DA-CB14-4511-A5F8-EB92AC1A5D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38159" y="2272659"/>
                    <a:ext cx="433082" cy="433082"/>
                  </a:xfrm>
                  <a:custGeom>
                    <a:avLst/>
                    <a:gdLst>
                      <a:gd name="connsiteX0" fmla="*/ 266700 w 533400"/>
                      <a:gd name="connsiteY0" fmla="*/ 285750 h 533400"/>
                      <a:gd name="connsiteX1" fmla="*/ 409575 w 533400"/>
                      <a:gd name="connsiteY1" fmla="*/ 142875 h 533400"/>
                      <a:gd name="connsiteX2" fmla="*/ 266700 w 533400"/>
                      <a:gd name="connsiteY2" fmla="*/ 0 h 533400"/>
                      <a:gd name="connsiteX3" fmla="*/ 123825 w 533400"/>
                      <a:gd name="connsiteY3" fmla="*/ 142875 h 533400"/>
                      <a:gd name="connsiteX4" fmla="*/ 266700 w 533400"/>
                      <a:gd name="connsiteY4" fmla="*/ 285750 h 533400"/>
                      <a:gd name="connsiteX5" fmla="*/ 266700 w 533400"/>
                      <a:gd name="connsiteY5" fmla="*/ 19050 h 533400"/>
                      <a:gd name="connsiteX6" fmla="*/ 390525 w 533400"/>
                      <a:gd name="connsiteY6" fmla="*/ 142875 h 533400"/>
                      <a:gd name="connsiteX7" fmla="*/ 266700 w 533400"/>
                      <a:gd name="connsiteY7" fmla="*/ 266700 h 533400"/>
                      <a:gd name="connsiteX8" fmla="*/ 142875 w 533400"/>
                      <a:gd name="connsiteY8" fmla="*/ 142875 h 533400"/>
                      <a:gd name="connsiteX9" fmla="*/ 266700 w 533400"/>
                      <a:gd name="connsiteY9" fmla="*/ 19050 h 533400"/>
                      <a:gd name="connsiteX10" fmla="*/ 470535 w 533400"/>
                      <a:gd name="connsiteY10" fmla="*/ 333375 h 533400"/>
                      <a:gd name="connsiteX11" fmla="*/ 62865 w 533400"/>
                      <a:gd name="connsiteY11" fmla="*/ 333375 h 533400"/>
                      <a:gd name="connsiteX12" fmla="*/ 0 w 533400"/>
                      <a:gd name="connsiteY12" fmla="*/ 396240 h 533400"/>
                      <a:gd name="connsiteX13" fmla="*/ 0 w 533400"/>
                      <a:gd name="connsiteY13" fmla="*/ 533400 h 533400"/>
                      <a:gd name="connsiteX14" fmla="*/ 19050 w 533400"/>
                      <a:gd name="connsiteY14" fmla="*/ 533400 h 533400"/>
                      <a:gd name="connsiteX15" fmla="*/ 19050 w 533400"/>
                      <a:gd name="connsiteY15" fmla="*/ 403860 h 533400"/>
                      <a:gd name="connsiteX16" fmla="*/ 70485 w 533400"/>
                      <a:gd name="connsiteY16" fmla="*/ 352425 h 533400"/>
                      <a:gd name="connsiteX17" fmla="*/ 462915 w 533400"/>
                      <a:gd name="connsiteY17" fmla="*/ 352425 h 533400"/>
                      <a:gd name="connsiteX18" fmla="*/ 514350 w 533400"/>
                      <a:gd name="connsiteY18" fmla="*/ 403860 h 533400"/>
                      <a:gd name="connsiteX19" fmla="*/ 514350 w 533400"/>
                      <a:gd name="connsiteY19" fmla="*/ 533400 h 533400"/>
                      <a:gd name="connsiteX20" fmla="*/ 533400 w 533400"/>
                      <a:gd name="connsiteY20" fmla="*/ 533400 h 533400"/>
                      <a:gd name="connsiteX21" fmla="*/ 533400 w 533400"/>
                      <a:gd name="connsiteY21" fmla="*/ 396240 h 533400"/>
                      <a:gd name="connsiteX22" fmla="*/ 470535 w 533400"/>
                      <a:gd name="connsiteY22" fmla="*/ 333375 h 533400"/>
                      <a:gd name="connsiteX23" fmla="*/ 342900 w 533400"/>
                      <a:gd name="connsiteY23" fmla="*/ 466725 h 533400"/>
                      <a:gd name="connsiteX24" fmla="*/ 457200 w 533400"/>
                      <a:gd name="connsiteY24" fmla="*/ 466725 h 533400"/>
                      <a:gd name="connsiteX25" fmla="*/ 457200 w 533400"/>
                      <a:gd name="connsiteY25" fmla="*/ 447675 h 533400"/>
                      <a:gd name="connsiteX26" fmla="*/ 342900 w 533400"/>
                      <a:gd name="connsiteY26" fmla="*/ 447675 h 533400"/>
                      <a:gd name="connsiteX27" fmla="*/ 342900 w 533400"/>
                      <a:gd name="connsiteY27" fmla="*/ 466725 h 533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33400" h="533400">
                        <a:moveTo>
                          <a:pt x="266700" y="285750"/>
                        </a:moveTo>
                        <a:cubicBezTo>
                          <a:pt x="345758" y="285750"/>
                          <a:pt x="409575" y="221933"/>
                          <a:pt x="409575" y="142875"/>
                        </a:cubicBezTo>
                        <a:cubicBezTo>
                          <a:pt x="409575" y="63818"/>
                          <a:pt x="345758" y="0"/>
                          <a:pt x="266700" y="0"/>
                        </a:cubicBezTo>
                        <a:cubicBezTo>
                          <a:pt x="187643" y="0"/>
                          <a:pt x="123825" y="63818"/>
                          <a:pt x="123825" y="142875"/>
                        </a:cubicBezTo>
                        <a:cubicBezTo>
                          <a:pt x="123825" y="221933"/>
                          <a:pt x="187643" y="285750"/>
                          <a:pt x="266700" y="285750"/>
                        </a:cubicBezTo>
                        <a:close/>
                        <a:moveTo>
                          <a:pt x="266700" y="19050"/>
                        </a:moveTo>
                        <a:cubicBezTo>
                          <a:pt x="335280" y="19050"/>
                          <a:pt x="390525" y="74295"/>
                          <a:pt x="390525" y="142875"/>
                        </a:cubicBezTo>
                        <a:cubicBezTo>
                          <a:pt x="390525" y="211455"/>
                          <a:pt x="335280" y="266700"/>
                          <a:pt x="266700" y="266700"/>
                        </a:cubicBezTo>
                        <a:cubicBezTo>
                          <a:pt x="198120" y="266700"/>
                          <a:pt x="142875" y="211455"/>
                          <a:pt x="142875" y="142875"/>
                        </a:cubicBezTo>
                        <a:cubicBezTo>
                          <a:pt x="142875" y="74295"/>
                          <a:pt x="198120" y="19050"/>
                          <a:pt x="266700" y="19050"/>
                        </a:cubicBezTo>
                        <a:close/>
                        <a:moveTo>
                          <a:pt x="470535" y="333375"/>
                        </a:moveTo>
                        <a:lnTo>
                          <a:pt x="62865" y="333375"/>
                        </a:lnTo>
                        <a:lnTo>
                          <a:pt x="0" y="396240"/>
                        </a:lnTo>
                        <a:lnTo>
                          <a:pt x="0" y="533400"/>
                        </a:lnTo>
                        <a:lnTo>
                          <a:pt x="19050" y="533400"/>
                        </a:lnTo>
                        <a:lnTo>
                          <a:pt x="19050" y="403860"/>
                        </a:lnTo>
                        <a:lnTo>
                          <a:pt x="70485" y="352425"/>
                        </a:lnTo>
                        <a:lnTo>
                          <a:pt x="462915" y="352425"/>
                        </a:lnTo>
                        <a:lnTo>
                          <a:pt x="514350" y="403860"/>
                        </a:lnTo>
                        <a:lnTo>
                          <a:pt x="514350" y="533400"/>
                        </a:lnTo>
                        <a:lnTo>
                          <a:pt x="533400" y="533400"/>
                        </a:lnTo>
                        <a:lnTo>
                          <a:pt x="533400" y="396240"/>
                        </a:lnTo>
                        <a:lnTo>
                          <a:pt x="470535" y="333375"/>
                        </a:lnTo>
                        <a:close/>
                        <a:moveTo>
                          <a:pt x="342900" y="466725"/>
                        </a:moveTo>
                        <a:lnTo>
                          <a:pt x="457200" y="466725"/>
                        </a:lnTo>
                        <a:lnTo>
                          <a:pt x="457200" y="447675"/>
                        </a:lnTo>
                        <a:lnTo>
                          <a:pt x="342900" y="447675"/>
                        </a:lnTo>
                        <a:lnTo>
                          <a:pt x="342900" y="4667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9" name="TextBox 6">
                  <a:extLst>
                    <a:ext uri="{FF2B5EF4-FFF2-40B4-BE49-F238E27FC236}">
                      <a16:creationId xmlns:a16="http://schemas.microsoft.com/office/drawing/2014/main" id="{42A1A2EB-8610-41E9-BD93-DECFBEB724EC}"/>
                    </a:ext>
                  </a:extLst>
                </p:cNvPr>
                <p:cNvSpPr txBox="1"/>
                <p:nvPr/>
              </p:nvSpPr>
              <p:spPr>
                <a:xfrm>
                  <a:off x="6070487" y="2967020"/>
                  <a:ext cx="312906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GB" sz="900" dirty="0">
                      <a:solidFill>
                        <a:srgbClr val="FFFFFF"/>
                      </a:solidFill>
                    </a:rPr>
                    <a:t>01</a:t>
                  </a:r>
                </a:p>
              </p:txBody>
            </p:sp>
          </p:grpSp>
          <p:grpSp>
            <p:nvGrpSpPr>
              <p:cNvPr id="53" name="Group 13">
                <a:extLst>
                  <a:ext uri="{FF2B5EF4-FFF2-40B4-BE49-F238E27FC236}">
                    <a16:creationId xmlns:a16="http://schemas.microsoft.com/office/drawing/2014/main" id="{03F184D1-7EC6-4D8E-886E-946E421586E8}"/>
                  </a:ext>
                </a:extLst>
              </p:cNvPr>
              <p:cNvGrpSpPr/>
              <p:nvPr/>
            </p:nvGrpSpPr>
            <p:grpSpPr>
              <a:xfrm>
                <a:off x="1834281" y="1533151"/>
                <a:ext cx="4210446" cy="873273"/>
                <a:chOff x="8384382" y="1977747"/>
                <a:chExt cx="4210446" cy="873273"/>
              </a:xfrm>
            </p:grpSpPr>
            <p:sp>
              <p:nvSpPr>
                <p:cNvPr id="54" name="Rectangle 19">
                  <a:extLst>
                    <a:ext uri="{FF2B5EF4-FFF2-40B4-BE49-F238E27FC236}">
                      <a16:creationId xmlns:a16="http://schemas.microsoft.com/office/drawing/2014/main" id="{CEAC2079-6A1C-4BC3-BAB9-B9EA9CCFFCC1}"/>
                    </a:ext>
                  </a:extLst>
                </p:cNvPr>
                <p:cNvSpPr/>
                <p:nvPr/>
              </p:nvSpPr>
              <p:spPr>
                <a:xfrm>
                  <a:off x="8620770" y="1987469"/>
                  <a:ext cx="419641" cy="419641"/>
                </a:xfrm>
                <a:prstGeom prst="rect">
                  <a:avLst/>
                </a:prstGeom>
                <a:solidFill>
                  <a:schemeClr val="accent5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5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354"/>
                  <a:r>
                    <a:rPr lang="en-GB" b="1" dirty="0">
                      <a:solidFill>
                        <a:schemeClr val="bg1"/>
                      </a:solidFill>
                    </a:rPr>
                    <a:t>01</a:t>
                  </a:r>
                </a:p>
              </p:txBody>
            </p:sp>
            <p:cxnSp>
              <p:nvCxnSpPr>
                <p:cNvPr id="55" name="Straight Connector 20">
                  <a:extLst>
                    <a:ext uri="{FF2B5EF4-FFF2-40B4-BE49-F238E27FC236}">
                      <a16:creationId xmlns:a16="http://schemas.microsoft.com/office/drawing/2014/main" id="{ACABDA84-FAFD-4A67-B260-7566230CE6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4382" y="2197290"/>
                  <a:ext cx="221455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Box 21">
                  <a:extLst>
                    <a:ext uri="{FF2B5EF4-FFF2-40B4-BE49-F238E27FC236}">
                      <a16:creationId xmlns:a16="http://schemas.microsoft.com/office/drawing/2014/main" id="{B778382F-90ED-4139-BFC5-BB20E47C1A2A}"/>
                    </a:ext>
                  </a:extLst>
                </p:cNvPr>
                <p:cNvSpPr txBox="1"/>
                <p:nvPr/>
              </p:nvSpPr>
              <p:spPr>
                <a:xfrm>
                  <a:off x="9218277" y="1977747"/>
                  <a:ext cx="3191782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en-NZ" altLang="zh-CN" sz="1600" b="1" dirty="0"/>
                    <a:t>Improve Customer Experience</a:t>
                  </a:r>
                  <a:endParaRPr lang="zh-CN" altLang="en-US" sz="1600" b="1" dirty="0"/>
                </a:p>
              </p:txBody>
            </p:sp>
            <p:sp>
              <p:nvSpPr>
                <p:cNvPr id="57" name="TextBox 22">
                  <a:extLst>
                    <a:ext uri="{FF2B5EF4-FFF2-40B4-BE49-F238E27FC236}">
                      <a16:creationId xmlns:a16="http://schemas.microsoft.com/office/drawing/2014/main" id="{51AB9633-DC66-4DF1-90E0-9552D147711A}"/>
                    </a:ext>
                  </a:extLst>
                </p:cNvPr>
                <p:cNvSpPr txBox="1"/>
                <p:nvPr/>
              </p:nvSpPr>
              <p:spPr>
                <a:xfrm>
                  <a:off x="9218277" y="2334275"/>
                  <a:ext cx="3376551" cy="5167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NZ" altLang="zh-CN" sz="1200" dirty="0">
                      <a:effectLst/>
                      <a:latin typeface="+mn-ea"/>
                      <a:cs typeface="Times New Roman" panose="02020603050405020304" pitchFamily="18" charset="0"/>
                    </a:rPr>
                    <a:t>Contactless or quieter dining experience </a:t>
                  </a:r>
                </a:p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NZ" altLang="zh-CN" sz="1200" dirty="0">
                      <a:effectLst/>
                      <a:latin typeface="+mn-ea"/>
                      <a:cs typeface="Times New Roman" panose="02020603050405020304" pitchFamily="18" charset="0"/>
                    </a:rPr>
                    <a:t>Place orders at their own pace</a:t>
                  </a:r>
                  <a:endParaRPr lang="zh-CN" altLang="en-US" sz="1200" dirty="0">
                    <a:latin typeface="+mn-ea"/>
                  </a:endParaRPr>
                </a:p>
              </p:txBody>
            </p:sp>
          </p:grpSp>
        </p:grpSp>
        <p:grpSp>
          <p:nvGrpSpPr>
            <p:cNvPr id="15" name="Group 120">
              <a:extLst>
                <a:ext uri="{FF2B5EF4-FFF2-40B4-BE49-F238E27FC236}">
                  <a16:creationId xmlns:a16="http://schemas.microsoft.com/office/drawing/2014/main" id="{C43A7FA1-5ABF-4861-AA35-A9AFAB276C6D}"/>
                </a:ext>
              </a:extLst>
            </p:cNvPr>
            <p:cNvGrpSpPr/>
            <p:nvPr/>
          </p:nvGrpSpPr>
          <p:grpSpPr>
            <a:xfrm>
              <a:off x="660400" y="3733404"/>
              <a:ext cx="4780017" cy="1288928"/>
              <a:chOff x="683324" y="1130300"/>
              <a:chExt cx="4780017" cy="1288928"/>
            </a:xfrm>
          </p:grpSpPr>
          <p:grpSp>
            <p:nvGrpSpPr>
              <p:cNvPr id="42" name="Group 121">
                <a:extLst>
                  <a:ext uri="{FF2B5EF4-FFF2-40B4-BE49-F238E27FC236}">
                    <a16:creationId xmlns:a16="http://schemas.microsoft.com/office/drawing/2014/main" id="{52F6809F-D423-4116-A865-56A4295C7F4B}"/>
                  </a:ext>
                </a:extLst>
              </p:cNvPr>
              <p:cNvGrpSpPr/>
              <p:nvPr/>
            </p:nvGrpSpPr>
            <p:grpSpPr>
              <a:xfrm>
                <a:off x="683324" y="1130300"/>
                <a:ext cx="1133168" cy="1133168"/>
                <a:chOff x="5250225" y="2064684"/>
                <a:chExt cx="1133168" cy="1133168"/>
              </a:xfrm>
            </p:grpSpPr>
            <p:grpSp>
              <p:nvGrpSpPr>
                <p:cNvPr id="48" name="Group 127">
                  <a:extLst>
                    <a:ext uri="{FF2B5EF4-FFF2-40B4-BE49-F238E27FC236}">
                      <a16:creationId xmlns:a16="http://schemas.microsoft.com/office/drawing/2014/main" id="{DF54A7DA-B783-4F56-9FA9-2DE22B13E6A6}"/>
                    </a:ext>
                  </a:extLst>
                </p:cNvPr>
                <p:cNvGrpSpPr/>
                <p:nvPr/>
              </p:nvGrpSpPr>
              <p:grpSpPr>
                <a:xfrm>
                  <a:off x="5250225" y="2064684"/>
                  <a:ext cx="1133168" cy="1133168"/>
                  <a:chOff x="5168900" y="1803400"/>
                  <a:chExt cx="1371600" cy="1371600"/>
                </a:xfrm>
              </p:grpSpPr>
              <p:sp>
                <p:nvSpPr>
                  <p:cNvPr id="50" name="Rectangle 129">
                    <a:extLst>
                      <a:ext uri="{FF2B5EF4-FFF2-40B4-BE49-F238E27FC236}">
                        <a16:creationId xmlns:a16="http://schemas.microsoft.com/office/drawing/2014/main" id="{99F8E2A7-3EB8-4F59-890B-1600B7AB8E9D}"/>
                      </a:ext>
                    </a:extLst>
                  </p:cNvPr>
                  <p:cNvSpPr/>
                  <p:nvPr/>
                </p:nvSpPr>
                <p:spPr>
                  <a:xfrm>
                    <a:off x="5168900" y="1803400"/>
                    <a:ext cx="1371600" cy="1371600"/>
                  </a:xfrm>
                  <a:prstGeom prst="rect">
                    <a:avLst/>
                  </a:prstGeom>
                  <a:solidFill>
                    <a:schemeClr val="accent4"/>
                  </a:solidFill>
                  <a:ln w="12700" cap="rnd">
                    <a:noFill/>
                    <a:prstDash val="solid"/>
                    <a:round/>
                    <a:headEnd/>
                    <a:tailEnd/>
                  </a:ln>
                  <a:effectLst>
                    <a:outerShdw blurRad="254000" dist="127000" algn="ctr" rotWithShape="0">
                      <a:schemeClr val="accent4">
                        <a:alpha val="32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endParaRPr lang="en-GB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1" name="Freeform: Shape 130">
                    <a:extLst>
                      <a:ext uri="{FF2B5EF4-FFF2-40B4-BE49-F238E27FC236}">
                        <a16:creationId xmlns:a16="http://schemas.microsoft.com/office/drawing/2014/main" id="{1ECF3461-FC6E-479F-AE20-1B383AC2E6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79146" y="2272658"/>
                    <a:ext cx="351107" cy="433082"/>
                  </a:xfrm>
                  <a:custGeom>
                    <a:avLst/>
                    <a:gdLst>
                      <a:gd name="connsiteX0" fmla="*/ 373273 h 605239"/>
                      <a:gd name="connsiteY0" fmla="*/ 373273 h 605239"/>
                      <a:gd name="connsiteX1" fmla="*/ 373273 h 605239"/>
                      <a:gd name="connsiteY1" fmla="*/ 373273 h 605239"/>
                      <a:gd name="connsiteX2" fmla="*/ 373273 h 605239"/>
                      <a:gd name="connsiteY2" fmla="*/ 373273 h 605239"/>
                      <a:gd name="connsiteX3" fmla="*/ 373273 h 605239"/>
                      <a:gd name="connsiteY3" fmla="*/ 373273 h 605239"/>
                      <a:gd name="connsiteX4" fmla="*/ 373273 h 605239"/>
                      <a:gd name="connsiteY4" fmla="*/ 373273 h 605239"/>
                      <a:gd name="connsiteX5" fmla="*/ 373273 h 605239"/>
                      <a:gd name="connsiteY5" fmla="*/ 373273 h 605239"/>
                      <a:gd name="connsiteX6" fmla="*/ 373273 h 605239"/>
                      <a:gd name="connsiteY6" fmla="*/ 373273 h 605239"/>
                      <a:gd name="connsiteX7" fmla="*/ 373273 h 605239"/>
                      <a:gd name="connsiteY7" fmla="*/ 373273 h 605239"/>
                      <a:gd name="connsiteX8" fmla="*/ 373273 h 605239"/>
                      <a:gd name="connsiteY8" fmla="*/ 373273 h 605239"/>
                      <a:gd name="connsiteX9" fmla="*/ 373273 h 605239"/>
                      <a:gd name="connsiteY9" fmla="*/ 373273 h 605239"/>
                      <a:gd name="connsiteX10" fmla="*/ 373273 h 605239"/>
                      <a:gd name="connsiteY10" fmla="*/ 373273 h 605239"/>
                      <a:gd name="connsiteX11" fmla="*/ 373273 h 605239"/>
                      <a:gd name="connsiteY11" fmla="*/ 373273 h 605239"/>
                      <a:gd name="connsiteX12" fmla="*/ 373273 h 605239"/>
                      <a:gd name="connsiteY12" fmla="*/ 373273 h 605239"/>
                      <a:gd name="connsiteX13" fmla="*/ 373273 h 605239"/>
                      <a:gd name="connsiteY13" fmla="*/ 373273 h 605239"/>
                      <a:gd name="connsiteX14" fmla="*/ 373273 h 605239"/>
                      <a:gd name="connsiteY14" fmla="*/ 373273 h 605239"/>
                      <a:gd name="connsiteX15" fmla="*/ 373273 h 605239"/>
                      <a:gd name="connsiteY15" fmla="*/ 373273 h 605239"/>
                      <a:gd name="connsiteX16" fmla="*/ 373273 h 605239"/>
                      <a:gd name="connsiteY16" fmla="*/ 373273 h 605239"/>
                      <a:gd name="connsiteX17" fmla="*/ 373273 h 605239"/>
                      <a:gd name="connsiteY17" fmla="*/ 373273 h 605239"/>
                      <a:gd name="connsiteX18" fmla="*/ 373273 h 605239"/>
                      <a:gd name="connsiteY18" fmla="*/ 373273 h 605239"/>
                      <a:gd name="connsiteX19" fmla="*/ 373273 h 605239"/>
                      <a:gd name="connsiteY19" fmla="*/ 373273 h 605239"/>
                      <a:gd name="connsiteX20" fmla="*/ 373273 h 605239"/>
                      <a:gd name="connsiteY20" fmla="*/ 373273 h 605239"/>
                      <a:gd name="connsiteX21" fmla="*/ 373273 h 605239"/>
                      <a:gd name="connsiteY21" fmla="*/ 373273 h 605239"/>
                      <a:gd name="connsiteX22" fmla="*/ 373273 h 605239"/>
                      <a:gd name="connsiteY22" fmla="*/ 373273 h 605239"/>
                      <a:gd name="connsiteX23" fmla="*/ 373273 h 605239"/>
                      <a:gd name="connsiteY23" fmla="*/ 373273 h 605239"/>
                      <a:gd name="connsiteX24" fmla="*/ 373273 h 605239"/>
                      <a:gd name="connsiteY24" fmla="*/ 373273 h 605239"/>
                      <a:gd name="connsiteX25" fmla="*/ 373273 h 605239"/>
                      <a:gd name="connsiteY25" fmla="*/ 373273 h 605239"/>
                      <a:gd name="connsiteX26" fmla="*/ 373273 h 605239"/>
                      <a:gd name="connsiteY26" fmla="*/ 373273 h 605239"/>
                      <a:gd name="connsiteX27" fmla="*/ 373273 h 605239"/>
                      <a:gd name="connsiteY27" fmla="*/ 373273 h 605239"/>
                      <a:gd name="connsiteX28" fmla="*/ 373273 h 605239"/>
                      <a:gd name="connsiteY28" fmla="*/ 373273 h 605239"/>
                      <a:gd name="connsiteX29" fmla="*/ 373273 h 605239"/>
                      <a:gd name="connsiteY29" fmla="*/ 373273 h 605239"/>
                      <a:gd name="connsiteX30" fmla="*/ 373273 h 605239"/>
                      <a:gd name="connsiteY30" fmla="*/ 373273 h 605239"/>
                      <a:gd name="connsiteX31" fmla="*/ 373273 h 605239"/>
                      <a:gd name="connsiteY31" fmla="*/ 373273 h 605239"/>
                      <a:gd name="connsiteX32" fmla="*/ 373273 h 605239"/>
                      <a:gd name="connsiteY32" fmla="*/ 373273 h 605239"/>
                      <a:gd name="connsiteX33" fmla="*/ 373273 h 605239"/>
                      <a:gd name="connsiteY33" fmla="*/ 373273 h 605239"/>
                      <a:gd name="connsiteX34" fmla="*/ 373273 h 605239"/>
                      <a:gd name="connsiteY34" fmla="*/ 373273 h 605239"/>
                      <a:gd name="connsiteX35" fmla="*/ 373273 h 605239"/>
                      <a:gd name="connsiteY35" fmla="*/ 373273 h 605239"/>
                      <a:gd name="connsiteX36" fmla="*/ 373273 h 605239"/>
                      <a:gd name="connsiteY36" fmla="*/ 373273 h 605239"/>
                      <a:gd name="connsiteX37" fmla="*/ 373273 h 605239"/>
                      <a:gd name="connsiteY37" fmla="*/ 373273 h 605239"/>
                      <a:gd name="connsiteX38" fmla="*/ 373273 h 605239"/>
                      <a:gd name="connsiteY38" fmla="*/ 373273 h 605239"/>
                      <a:gd name="connsiteX39" fmla="*/ 373273 h 605239"/>
                      <a:gd name="connsiteY39" fmla="*/ 373273 h 605239"/>
                      <a:gd name="connsiteX40" fmla="*/ 373273 h 605239"/>
                      <a:gd name="connsiteY40" fmla="*/ 373273 h 605239"/>
                      <a:gd name="connsiteX41" fmla="*/ 373273 h 605239"/>
                      <a:gd name="connsiteY41" fmla="*/ 373273 h 605239"/>
                      <a:gd name="connsiteX42" fmla="*/ 373273 h 605239"/>
                      <a:gd name="connsiteY42" fmla="*/ 373273 h 605239"/>
                      <a:gd name="connsiteX43" fmla="*/ 373273 h 605239"/>
                      <a:gd name="connsiteY43" fmla="*/ 373273 h 605239"/>
                      <a:gd name="connsiteX44" fmla="*/ 373273 h 605239"/>
                      <a:gd name="connsiteY44" fmla="*/ 373273 h 605239"/>
                      <a:gd name="connsiteX45" fmla="*/ 373273 h 605239"/>
                      <a:gd name="connsiteY45" fmla="*/ 373273 h 605239"/>
                      <a:gd name="connsiteX46" fmla="*/ 373273 h 605239"/>
                      <a:gd name="connsiteY46" fmla="*/ 373273 h 605239"/>
                      <a:gd name="connsiteX47" fmla="*/ 373273 h 605239"/>
                      <a:gd name="connsiteY47" fmla="*/ 373273 h 605239"/>
                      <a:gd name="connsiteX48" fmla="*/ 373273 h 605239"/>
                      <a:gd name="connsiteY48" fmla="*/ 373273 h 605239"/>
                      <a:gd name="connsiteX49" fmla="*/ 373273 h 605239"/>
                      <a:gd name="connsiteY49" fmla="*/ 373273 h 605239"/>
                      <a:gd name="connsiteX50" fmla="*/ 373273 h 605239"/>
                      <a:gd name="connsiteY50" fmla="*/ 373273 h 605239"/>
                      <a:gd name="connsiteX51" fmla="*/ 373273 h 605239"/>
                      <a:gd name="connsiteY51" fmla="*/ 373273 h 605239"/>
                      <a:gd name="connsiteX52" fmla="*/ 373273 h 605239"/>
                      <a:gd name="connsiteY52" fmla="*/ 373273 h 605239"/>
                      <a:gd name="connsiteX53" fmla="*/ 373273 h 605239"/>
                      <a:gd name="connsiteY53" fmla="*/ 373273 h 6052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</a:cxnLst>
                    <a:rect l="l" t="t" r="r" b="b"/>
                    <a:pathLst>
                      <a:path w="492052" h="606933">
                        <a:moveTo>
                          <a:pt x="71458" y="549278"/>
                        </a:moveTo>
                        <a:cubicBezTo>
                          <a:pt x="63578" y="549278"/>
                          <a:pt x="57058" y="555790"/>
                          <a:pt x="57058" y="563658"/>
                        </a:cubicBezTo>
                        <a:lnTo>
                          <a:pt x="57058" y="578038"/>
                        </a:lnTo>
                        <a:lnTo>
                          <a:pt x="434316" y="578038"/>
                        </a:lnTo>
                        <a:lnTo>
                          <a:pt x="434316" y="563658"/>
                        </a:lnTo>
                        <a:cubicBezTo>
                          <a:pt x="434316" y="555790"/>
                          <a:pt x="427795" y="549278"/>
                          <a:pt x="419780" y="549278"/>
                        </a:cubicBezTo>
                        <a:close/>
                        <a:moveTo>
                          <a:pt x="230811" y="490810"/>
                        </a:moveTo>
                        <a:lnTo>
                          <a:pt x="230811" y="520383"/>
                        </a:lnTo>
                        <a:lnTo>
                          <a:pt x="259883" y="520383"/>
                        </a:lnTo>
                        <a:lnTo>
                          <a:pt x="259883" y="490946"/>
                        </a:lnTo>
                        <a:cubicBezTo>
                          <a:pt x="255264" y="491217"/>
                          <a:pt x="250645" y="491353"/>
                          <a:pt x="246026" y="491353"/>
                        </a:cubicBezTo>
                        <a:cubicBezTo>
                          <a:pt x="241000" y="491353"/>
                          <a:pt x="235837" y="491217"/>
                          <a:pt x="230811" y="490810"/>
                        </a:cubicBezTo>
                        <a:close/>
                        <a:moveTo>
                          <a:pt x="245358" y="303431"/>
                        </a:moveTo>
                        <a:cubicBezTo>
                          <a:pt x="253373" y="303431"/>
                          <a:pt x="259894" y="309811"/>
                          <a:pt x="259894" y="317819"/>
                        </a:cubicBezTo>
                        <a:cubicBezTo>
                          <a:pt x="259894" y="325827"/>
                          <a:pt x="253373" y="332343"/>
                          <a:pt x="245358" y="332343"/>
                        </a:cubicBezTo>
                        <a:cubicBezTo>
                          <a:pt x="237343" y="332343"/>
                          <a:pt x="230823" y="338858"/>
                          <a:pt x="230823" y="346867"/>
                        </a:cubicBezTo>
                        <a:cubicBezTo>
                          <a:pt x="230823" y="354875"/>
                          <a:pt x="237343" y="361526"/>
                          <a:pt x="245358" y="361526"/>
                        </a:cubicBezTo>
                        <a:cubicBezTo>
                          <a:pt x="253509" y="361526"/>
                          <a:pt x="260030" y="354875"/>
                          <a:pt x="260030" y="346867"/>
                        </a:cubicBezTo>
                        <a:cubicBezTo>
                          <a:pt x="260030" y="338858"/>
                          <a:pt x="266550" y="332479"/>
                          <a:pt x="274430" y="332479"/>
                        </a:cubicBezTo>
                        <a:cubicBezTo>
                          <a:pt x="282445" y="332479"/>
                          <a:pt x="288965" y="338858"/>
                          <a:pt x="288965" y="346867"/>
                        </a:cubicBezTo>
                        <a:cubicBezTo>
                          <a:pt x="288965" y="370892"/>
                          <a:pt x="269403" y="390438"/>
                          <a:pt x="245358" y="390438"/>
                        </a:cubicBezTo>
                        <a:cubicBezTo>
                          <a:pt x="221449" y="390438"/>
                          <a:pt x="201887" y="370892"/>
                          <a:pt x="201887" y="346867"/>
                        </a:cubicBezTo>
                        <a:cubicBezTo>
                          <a:pt x="201887" y="322841"/>
                          <a:pt x="221449" y="303431"/>
                          <a:pt x="245358" y="303431"/>
                        </a:cubicBezTo>
                        <a:close/>
                        <a:moveTo>
                          <a:pt x="245358" y="288928"/>
                        </a:moveTo>
                        <a:cubicBezTo>
                          <a:pt x="213435" y="288928"/>
                          <a:pt x="187354" y="314843"/>
                          <a:pt x="187354" y="346864"/>
                        </a:cubicBezTo>
                        <a:cubicBezTo>
                          <a:pt x="187354" y="378885"/>
                          <a:pt x="213435" y="404936"/>
                          <a:pt x="245358" y="404936"/>
                        </a:cubicBezTo>
                        <a:cubicBezTo>
                          <a:pt x="277417" y="404936"/>
                          <a:pt x="303499" y="378885"/>
                          <a:pt x="303499" y="346864"/>
                        </a:cubicBezTo>
                        <a:cubicBezTo>
                          <a:pt x="303499" y="314843"/>
                          <a:pt x="277417" y="288928"/>
                          <a:pt x="245358" y="288928"/>
                        </a:cubicBezTo>
                        <a:close/>
                        <a:moveTo>
                          <a:pt x="245358" y="259892"/>
                        </a:moveTo>
                        <a:cubicBezTo>
                          <a:pt x="293446" y="259892"/>
                          <a:pt x="332433" y="298968"/>
                          <a:pt x="332433" y="346864"/>
                        </a:cubicBezTo>
                        <a:cubicBezTo>
                          <a:pt x="332433" y="394895"/>
                          <a:pt x="293446" y="433836"/>
                          <a:pt x="245358" y="433836"/>
                        </a:cubicBezTo>
                        <a:cubicBezTo>
                          <a:pt x="197406" y="433836"/>
                          <a:pt x="158419" y="394895"/>
                          <a:pt x="158419" y="346864"/>
                        </a:cubicBezTo>
                        <a:cubicBezTo>
                          <a:pt x="158419" y="298968"/>
                          <a:pt x="197406" y="259892"/>
                          <a:pt x="245358" y="259892"/>
                        </a:cubicBezTo>
                        <a:close/>
                        <a:moveTo>
                          <a:pt x="246026" y="28895"/>
                        </a:moveTo>
                        <a:cubicBezTo>
                          <a:pt x="126342" y="28895"/>
                          <a:pt x="29072" y="126162"/>
                          <a:pt x="29072" y="245676"/>
                        </a:cubicBezTo>
                        <a:cubicBezTo>
                          <a:pt x="29072" y="365191"/>
                          <a:pt x="126342" y="462322"/>
                          <a:pt x="246026" y="462322"/>
                        </a:cubicBezTo>
                        <a:cubicBezTo>
                          <a:pt x="365711" y="462322"/>
                          <a:pt x="463116" y="365191"/>
                          <a:pt x="463116" y="245676"/>
                        </a:cubicBezTo>
                        <a:cubicBezTo>
                          <a:pt x="463116" y="126162"/>
                          <a:pt x="365711" y="28895"/>
                          <a:pt x="246026" y="28895"/>
                        </a:cubicBezTo>
                        <a:close/>
                        <a:moveTo>
                          <a:pt x="246026" y="0"/>
                        </a:moveTo>
                        <a:cubicBezTo>
                          <a:pt x="381741" y="0"/>
                          <a:pt x="492052" y="110154"/>
                          <a:pt x="492052" y="245676"/>
                        </a:cubicBezTo>
                        <a:cubicBezTo>
                          <a:pt x="492052" y="366547"/>
                          <a:pt x="404157" y="467341"/>
                          <a:pt x="288819" y="487554"/>
                        </a:cubicBezTo>
                        <a:lnTo>
                          <a:pt x="288819" y="520383"/>
                        </a:lnTo>
                        <a:lnTo>
                          <a:pt x="419780" y="520383"/>
                        </a:lnTo>
                        <a:cubicBezTo>
                          <a:pt x="443825" y="520383"/>
                          <a:pt x="463252" y="539782"/>
                          <a:pt x="463252" y="563658"/>
                        </a:cubicBezTo>
                        <a:lnTo>
                          <a:pt x="463252" y="592553"/>
                        </a:lnTo>
                        <a:cubicBezTo>
                          <a:pt x="463252" y="600557"/>
                          <a:pt x="456867" y="606933"/>
                          <a:pt x="448852" y="606933"/>
                        </a:cubicBezTo>
                        <a:lnTo>
                          <a:pt x="42522" y="606933"/>
                        </a:lnTo>
                        <a:cubicBezTo>
                          <a:pt x="34506" y="606933"/>
                          <a:pt x="27986" y="600557"/>
                          <a:pt x="27986" y="592553"/>
                        </a:cubicBezTo>
                        <a:lnTo>
                          <a:pt x="27986" y="563658"/>
                        </a:lnTo>
                        <a:cubicBezTo>
                          <a:pt x="27986" y="539782"/>
                          <a:pt x="47548" y="520383"/>
                          <a:pt x="71458" y="520383"/>
                        </a:cubicBezTo>
                        <a:lnTo>
                          <a:pt x="201875" y="520383"/>
                        </a:lnTo>
                        <a:lnTo>
                          <a:pt x="201875" y="487418"/>
                        </a:lnTo>
                        <a:cubicBezTo>
                          <a:pt x="87217" y="466527"/>
                          <a:pt x="0" y="366005"/>
                          <a:pt x="0" y="245676"/>
                        </a:cubicBezTo>
                        <a:cubicBezTo>
                          <a:pt x="0" y="110154"/>
                          <a:pt x="110447" y="0"/>
                          <a:pt x="24602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9" name="TextBox 128">
                  <a:extLst>
                    <a:ext uri="{FF2B5EF4-FFF2-40B4-BE49-F238E27FC236}">
                      <a16:creationId xmlns:a16="http://schemas.microsoft.com/office/drawing/2014/main" id="{6385CECE-1E35-4F90-B5FB-92ADC8BB6BEF}"/>
                    </a:ext>
                  </a:extLst>
                </p:cNvPr>
                <p:cNvSpPr txBox="1"/>
                <p:nvPr/>
              </p:nvSpPr>
              <p:spPr>
                <a:xfrm>
                  <a:off x="6070486" y="2967020"/>
                  <a:ext cx="312907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/>
                  <a:r>
                    <a:rPr lang="en-GB" sz="900" dirty="0">
                      <a:solidFill>
                        <a:srgbClr val="FFFFFF"/>
                      </a:solidFill>
                    </a:rPr>
                    <a:t>02</a:t>
                  </a:r>
                </a:p>
              </p:txBody>
            </p:sp>
          </p:grpSp>
          <p:grpSp>
            <p:nvGrpSpPr>
              <p:cNvPr id="43" name="Group 122">
                <a:extLst>
                  <a:ext uri="{FF2B5EF4-FFF2-40B4-BE49-F238E27FC236}">
                    <a16:creationId xmlns:a16="http://schemas.microsoft.com/office/drawing/2014/main" id="{7EC84A07-89C2-4210-9AF6-3D25BE144F0E}"/>
                  </a:ext>
                </a:extLst>
              </p:cNvPr>
              <p:cNvGrpSpPr/>
              <p:nvPr/>
            </p:nvGrpSpPr>
            <p:grpSpPr>
              <a:xfrm>
                <a:off x="1834281" y="1533151"/>
                <a:ext cx="3629060" cy="886077"/>
                <a:chOff x="8384382" y="1977747"/>
                <a:chExt cx="3629060" cy="886077"/>
              </a:xfrm>
            </p:grpSpPr>
            <p:sp>
              <p:nvSpPr>
                <p:cNvPr id="44" name="Rectangle 123">
                  <a:extLst>
                    <a:ext uri="{FF2B5EF4-FFF2-40B4-BE49-F238E27FC236}">
                      <a16:creationId xmlns:a16="http://schemas.microsoft.com/office/drawing/2014/main" id="{02E98F5D-D952-455E-A36D-ADE0CA78B683}"/>
                    </a:ext>
                  </a:extLst>
                </p:cNvPr>
                <p:cNvSpPr/>
                <p:nvPr/>
              </p:nvSpPr>
              <p:spPr>
                <a:xfrm>
                  <a:off x="8620770" y="1987469"/>
                  <a:ext cx="419641" cy="419641"/>
                </a:xfrm>
                <a:prstGeom prst="rect">
                  <a:avLst/>
                </a:prstGeom>
                <a:solidFill>
                  <a:schemeClr val="accent4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4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r>
                    <a:rPr lang="en-GB" b="1" dirty="0">
                      <a:solidFill>
                        <a:schemeClr val="bg1"/>
                      </a:solidFill>
                    </a:rPr>
                    <a:t>02</a:t>
                  </a:r>
                </a:p>
              </p:txBody>
            </p:sp>
            <p:cxnSp>
              <p:nvCxnSpPr>
                <p:cNvPr id="45" name="Straight Connector 124">
                  <a:extLst>
                    <a:ext uri="{FF2B5EF4-FFF2-40B4-BE49-F238E27FC236}">
                      <a16:creationId xmlns:a16="http://schemas.microsoft.com/office/drawing/2014/main" id="{01D376C2-B4E4-459D-91AD-102B73DC77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84382" y="2197290"/>
                  <a:ext cx="221455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125">
                  <a:extLst>
                    <a:ext uri="{FF2B5EF4-FFF2-40B4-BE49-F238E27FC236}">
                      <a16:creationId xmlns:a16="http://schemas.microsoft.com/office/drawing/2014/main" id="{CDC2ACDC-6656-4176-8EEA-D162ED466B64}"/>
                    </a:ext>
                  </a:extLst>
                </p:cNvPr>
                <p:cNvSpPr txBox="1"/>
                <p:nvPr/>
              </p:nvSpPr>
              <p:spPr>
                <a:xfrm>
                  <a:off x="9218277" y="1977747"/>
                  <a:ext cx="2784704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lang="en-NZ" altLang="zh-CN" sz="1600" b="1" dirty="0"/>
                    <a:t>Reduce Costs</a:t>
                  </a:r>
                  <a:endParaRPr lang="zh-CN" altLang="en-US" sz="1600" b="1" dirty="0"/>
                </a:p>
              </p:txBody>
            </p:sp>
            <p:sp>
              <p:nvSpPr>
                <p:cNvPr id="47" name="TextBox 126">
                  <a:extLst>
                    <a:ext uri="{FF2B5EF4-FFF2-40B4-BE49-F238E27FC236}">
                      <a16:creationId xmlns:a16="http://schemas.microsoft.com/office/drawing/2014/main" id="{B20933D5-6BAE-4947-8220-E8C0E04BE897}"/>
                    </a:ext>
                  </a:extLst>
                </p:cNvPr>
                <p:cNvSpPr txBox="1"/>
                <p:nvPr/>
              </p:nvSpPr>
              <p:spPr>
                <a:xfrm>
                  <a:off x="9228738" y="2347079"/>
                  <a:ext cx="2784704" cy="5167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200" dirty="0" err="1">
                      <a:effectLst/>
                      <a:latin typeface="+mn-ea"/>
                      <a:cs typeface="Times New Roman" panose="02020603050405020304" pitchFamily="18" charset="0"/>
                    </a:rPr>
                    <a:t>Labour</a:t>
                  </a:r>
                  <a:r>
                    <a:rPr lang="en-US" altLang="zh-CN" sz="1200" dirty="0">
                      <a:effectLst/>
                      <a:latin typeface="+mn-ea"/>
                      <a:cs typeface="Times New Roman" panose="02020603050405020304" pitchFamily="18" charset="0"/>
                    </a:rPr>
                    <a:t> </a:t>
                  </a:r>
                </a:p>
                <a:p>
                  <a:pPr marL="171450" indent="-171450">
                    <a:lnSpc>
                      <a:spcPct val="12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200" dirty="0">
                      <a:latin typeface="+mn-ea"/>
                      <a:cs typeface="Times New Roman" panose="02020603050405020304" pitchFamily="18" charset="0"/>
                    </a:rPr>
                    <a:t>P</a:t>
                  </a:r>
                  <a:r>
                    <a:rPr lang="en-NZ" altLang="zh-CN" sz="1200" dirty="0" err="1">
                      <a:effectLst/>
                      <a:latin typeface="+mn-ea"/>
                      <a:cs typeface="Times New Roman" panose="02020603050405020304" pitchFamily="18" charset="0"/>
                    </a:rPr>
                    <a:t>rinted</a:t>
                  </a:r>
                  <a:r>
                    <a:rPr lang="en-NZ" altLang="zh-CN" sz="1200" dirty="0">
                      <a:effectLst/>
                      <a:latin typeface="+mn-ea"/>
                      <a:cs typeface="Times New Roman" panose="02020603050405020304" pitchFamily="18" charset="0"/>
                    </a:rPr>
                    <a:t> menus</a:t>
                  </a:r>
                  <a:endParaRPr lang="zh-CN" altLang="en-US" sz="1200" dirty="0">
                    <a:latin typeface="+mn-ea"/>
                  </a:endParaRPr>
                </a:p>
              </p:txBody>
            </p:sp>
          </p:grpSp>
        </p:grpSp>
        <p:grpSp>
          <p:nvGrpSpPr>
            <p:cNvPr id="16" name="Group 98">
              <a:extLst>
                <a:ext uri="{FF2B5EF4-FFF2-40B4-BE49-F238E27FC236}">
                  <a16:creationId xmlns:a16="http://schemas.microsoft.com/office/drawing/2014/main" id="{126B0098-8AE1-4C76-A501-0BB3F2D00A98}"/>
                </a:ext>
              </a:extLst>
            </p:cNvPr>
            <p:cNvGrpSpPr/>
            <p:nvPr/>
          </p:nvGrpSpPr>
          <p:grpSpPr>
            <a:xfrm>
              <a:off x="7319657" y="1130300"/>
              <a:ext cx="4199242" cy="1276124"/>
              <a:chOff x="7319658" y="1130300"/>
              <a:chExt cx="4199242" cy="1276124"/>
            </a:xfrm>
          </p:grpSpPr>
          <p:grpSp>
            <p:nvGrpSpPr>
              <p:cNvPr id="32" name="Group 99">
                <a:extLst>
                  <a:ext uri="{FF2B5EF4-FFF2-40B4-BE49-F238E27FC236}">
                    <a16:creationId xmlns:a16="http://schemas.microsoft.com/office/drawing/2014/main" id="{3A4024D5-A34F-42DB-AC9B-08AA6D3DD38F}"/>
                  </a:ext>
                </a:extLst>
              </p:cNvPr>
              <p:cNvGrpSpPr/>
              <p:nvPr/>
            </p:nvGrpSpPr>
            <p:grpSpPr>
              <a:xfrm>
                <a:off x="10385732" y="1130300"/>
                <a:ext cx="1133168" cy="1133168"/>
                <a:chOff x="5250225" y="2064684"/>
                <a:chExt cx="1133168" cy="1133168"/>
              </a:xfrm>
            </p:grpSpPr>
            <p:grpSp>
              <p:nvGrpSpPr>
                <p:cNvPr id="38" name="Group 105">
                  <a:extLst>
                    <a:ext uri="{FF2B5EF4-FFF2-40B4-BE49-F238E27FC236}">
                      <a16:creationId xmlns:a16="http://schemas.microsoft.com/office/drawing/2014/main" id="{EAE7CC4E-E60A-4AC7-9C45-1D57D818081E}"/>
                    </a:ext>
                  </a:extLst>
                </p:cNvPr>
                <p:cNvGrpSpPr/>
                <p:nvPr/>
              </p:nvGrpSpPr>
              <p:grpSpPr>
                <a:xfrm>
                  <a:off x="5250225" y="2064684"/>
                  <a:ext cx="1133168" cy="1133168"/>
                  <a:chOff x="5168900" y="1803400"/>
                  <a:chExt cx="1371600" cy="1371600"/>
                </a:xfrm>
              </p:grpSpPr>
              <p:sp>
                <p:nvSpPr>
                  <p:cNvPr id="40" name="Rectangle 107">
                    <a:extLst>
                      <a:ext uri="{FF2B5EF4-FFF2-40B4-BE49-F238E27FC236}">
                        <a16:creationId xmlns:a16="http://schemas.microsoft.com/office/drawing/2014/main" id="{2AA3F1D9-5B34-477C-9A94-9FBC5057EA18}"/>
                      </a:ext>
                    </a:extLst>
                  </p:cNvPr>
                  <p:cNvSpPr/>
                  <p:nvPr/>
                </p:nvSpPr>
                <p:spPr>
                  <a:xfrm>
                    <a:off x="5168900" y="1803400"/>
                    <a:ext cx="1371600" cy="1371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cap="rnd">
                    <a:noFill/>
                    <a:prstDash val="solid"/>
                    <a:round/>
                    <a:headEnd/>
                    <a:tailEnd/>
                  </a:ln>
                  <a:effectLst>
                    <a:outerShdw blurRad="254000" dist="127000" algn="ctr" rotWithShape="0">
                      <a:schemeClr val="accent1">
                        <a:alpha val="32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endParaRPr lang="en-GB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1" name="Freeform: Shape 108">
                    <a:extLst>
                      <a:ext uri="{FF2B5EF4-FFF2-40B4-BE49-F238E27FC236}">
                        <a16:creationId xmlns:a16="http://schemas.microsoft.com/office/drawing/2014/main" id="{EDFE1463-BAE1-47A9-889B-262B5F40C3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68658" y="2272659"/>
                    <a:ext cx="372083" cy="433082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  <a:gd name="connsiteX40" fmla="*/ 325000 h 606722"/>
                      <a:gd name="connsiteY40" fmla="*/ 325000 h 606722"/>
                      <a:gd name="connsiteX41" fmla="*/ 325000 h 606722"/>
                      <a:gd name="connsiteY41" fmla="*/ 325000 h 606722"/>
                      <a:gd name="connsiteX42" fmla="*/ 325000 h 606722"/>
                      <a:gd name="connsiteY42" fmla="*/ 325000 h 606722"/>
                      <a:gd name="connsiteX43" fmla="*/ 325000 h 606722"/>
                      <a:gd name="connsiteY43" fmla="*/ 325000 h 606722"/>
                      <a:gd name="connsiteX44" fmla="*/ 325000 h 606722"/>
                      <a:gd name="connsiteY44" fmla="*/ 325000 h 606722"/>
                      <a:gd name="connsiteX45" fmla="*/ 325000 h 606722"/>
                      <a:gd name="connsiteY45" fmla="*/ 325000 h 606722"/>
                      <a:gd name="connsiteX46" fmla="*/ 325000 h 606722"/>
                      <a:gd name="connsiteY46" fmla="*/ 325000 h 606722"/>
                      <a:gd name="connsiteX47" fmla="*/ 325000 h 606722"/>
                      <a:gd name="connsiteY47" fmla="*/ 325000 h 606722"/>
                      <a:gd name="connsiteX48" fmla="*/ 325000 h 606722"/>
                      <a:gd name="connsiteY48" fmla="*/ 325000 h 606722"/>
                      <a:gd name="connsiteX49" fmla="*/ 325000 h 606722"/>
                      <a:gd name="connsiteY49" fmla="*/ 325000 h 606722"/>
                      <a:gd name="connsiteX50" fmla="*/ 325000 h 606722"/>
                      <a:gd name="connsiteY50" fmla="*/ 325000 h 606722"/>
                      <a:gd name="connsiteX51" fmla="*/ 325000 h 606722"/>
                      <a:gd name="connsiteY51" fmla="*/ 325000 h 606722"/>
                      <a:gd name="connsiteX52" fmla="*/ 325000 h 606722"/>
                      <a:gd name="connsiteY52" fmla="*/ 325000 h 606722"/>
                      <a:gd name="connsiteX53" fmla="*/ 325000 h 606722"/>
                      <a:gd name="connsiteY53" fmla="*/ 325000 h 606722"/>
                      <a:gd name="connsiteX54" fmla="*/ 325000 h 606722"/>
                      <a:gd name="connsiteY54" fmla="*/ 325000 h 606722"/>
                      <a:gd name="connsiteX55" fmla="*/ 325000 h 606722"/>
                      <a:gd name="connsiteY55" fmla="*/ 325000 h 606722"/>
                      <a:gd name="connsiteX56" fmla="*/ 325000 h 606722"/>
                      <a:gd name="connsiteY56" fmla="*/ 325000 h 606722"/>
                      <a:gd name="connsiteX57" fmla="*/ 325000 h 606722"/>
                      <a:gd name="connsiteY57" fmla="*/ 325000 h 606722"/>
                      <a:gd name="connsiteX58" fmla="*/ 325000 h 606722"/>
                      <a:gd name="connsiteY58" fmla="*/ 325000 h 606722"/>
                      <a:gd name="connsiteX59" fmla="*/ 325000 h 606722"/>
                      <a:gd name="connsiteY59" fmla="*/ 325000 h 606722"/>
                      <a:gd name="connsiteX60" fmla="*/ 325000 h 606722"/>
                      <a:gd name="connsiteY60" fmla="*/ 325000 h 606722"/>
                      <a:gd name="connsiteX61" fmla="*/ 325000 h 606722"/>
                      <a:gd name="connsiteY61" fmla="*/ 325000 h 606722"/>
                      <a:gd name="connsiteX62" fmla="*/ 325000 h 606722"/>
                      <a:gd name="connsiteY62" fmla="*/ 325000 h 606722"/>
                      <a:gd name="connsiteX63" fmla="*/ 325000 h 606722"/>
                      <a:gd name="connsiteY63" fmla="*/ 325000 h 606722"/>
                      <a:gd name="connsiteX64" fmla="*/ 325000 h 606722"/>
                      <a:gd name="connsiteY64" fmla="*/ 325000 h 606722"/>
                      <a:gd name="connsiteX65" fmla="*/ 325000 h 606722"/>
                      <a:gd name="connsiteY65" fmla="*/ 325000 h 606722"/>
                      <a:gd name="connsiteX66" fmla="*/ 325000 h 606722"/>
                      <a:gd name="connsiteY66" fmla="*/ 325000 h 606722"/>
                      <a:gd name="connsiteX67" fmla="*/ 325000 h 606722"/>
                      <a:gd name="connsiteY67" fmla="*/ 325000 h 606722"/>
                      <a:gd name="connsiteX68" fmla="*/ 325000 h 606722"/>
                      <a:gd name="connsiteY68" fmla="*/ 325000 h 606722"/>
                      <a:gd name="connsiteX69" fmla="*/ 325000 h 606722"/>
                      <a:gd name="connsiteY69" fmla="*/ 325000 h 606722"/>
                      <a:gd name="connsiteX70" fmla="*/ 325000 h 606722"/>
                      <a:gd name="connsiteY70" fmla="*/ 325000 h 606722"/>
                      <a:gd name="connsiteX71" fmla="*/ 325000 h 606722"/>
                      <a:gd name="connsiteY71" fmla="*/ 325000 h 606722"/>
                      <a:gd name="connsiteX72" fmla="*/ 325000 h 606722"/>
                      <a:gd name="connsiteY72" fmla="*/ 325000 h 606722"/>
                      <a:gd name="connsiteX73" fmla="*/ 325000 h 606722"/>
                      <a:gd name="connsiteY73" fmla="*/ 325000 h 606722"/>
                      <a:gd name="connsiteX74" fmla="*/ 325000 h 606722"/>
                      <a:gd name="connsiteY74" fmla="*/ 325000 h 606722"/>
                      <a:gd name="connsiteX75" fmla="*/ 325000 h 606722"/>
                      <a:gd name="connsiteY75" fmla="*/ 325000 h 606722"/>
                      <a:gd name="connsiteX76" fmla="*/ 325000 h 606722"/>
                      <a:gd name="connsiteY76" fmla="*/ 325000 h 606722"/>
                      <a:gd name="connsiteX77" fmla="*/ 325000 h 606722"/>
                      <a:gd name="connsiteY77" fmla="*/ 325000 h 606722"/>
                      <a:gd name="connsiteX78" fmla="*/ 325000 h 606722"/>
                      <a:gd name="connsiteY78" fmla="*/ 325000 h 606722"/>
                      <a:gd name="connsiteX79" fmla="*/ 325000 h 606722"/>
                      <a:gd name="connsiteY79" fmla="*/ 325000 h 606722"/>
                      <a:gd name="connsiteX80" fmla="*/ 325000 h 606722"/>
                      <a:gd name="connsiteY80" fmla="*/ 325000 h 606722"/>
                      <a:gd name="connsiteX81" fmla="*/ 325000 h 606722"/>
                      <a:gd name="connsiteY81" fmla="*/ 325000 h 606722"/>
                      <a:gd name="connsiteX82" fmla="*/ 325000 h 606722"/>
                      <a:gd name="connsiteY82" fmla="*/ 325000 h 606722"/>
                      <a:gd name="connsiteX83" fmla="*/ 325000 h 606722"/>
                      <a:gd name="connsiteY83" fmla="*/ 325000 h 606722"/>
                      <a:gd name="connsiteX84" fmla="*/ 325000 h 606722"/>
                      <a:gd name="connsiteY84" fmla="*/ 325000 h 606722"/>
                      <a:gd name="connsiteX85" fmla="*/ 325000 h 606722"/>
                      <a:gd name="connsiteY85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</a:cxnLst>
                    <a:rect l="l" t="t" r="r" b="b"/>
                    <a:pathLst>
                      <a:path w="521267" h="606722">
                        <a:moveTo>
                          <a:pt x="454098" y="440622"/>
                        </a:moveTo>
                        <a:lnTo>
                          <a:pt x="454098" y="587526"/>
                        </a:lnTo>
                        <a:lnTo>
                          <a:pt x="498867" y="587526"/>
                        </a:lnTo>
                        <a:lnTo>
                          <a:pt x="498867" y="440622"/>
                        </a:lnTo>
                        <a:close/>
                        <a:moveTo>
                          <a:pt x="390194" y="440622"/>
                        </a:moveTo>
                        <a:lnTo>
                          <a:pt x="390194" y="587526"/>
                        </a:lnTo>
                        <a:lnTo>
                          <a:pt x="434874" y="587526"/>
                        </a:lnTo>
                        <a:lnTo>
                          <a:pt x="434874" y="440622"/>
                        </a:lnTo>
                        <a:close/>
                        <a:moveTo>
                          <a:pt x="188332" y="431735"/>
                        </a:moveTo>
                        <a:cubicBezTo>
                          <a:pt x="170442" y="446755"/>
                          <a:pt x="139558" y="463018"/>
                          <a:pt x="135553" y="465151"/>
                        </a:cubicBezTo>
                        <a:lnTo>
                          <a:pt x="134841" y="465506"/>
                        </a:lnTo>
                        <a:lnTo>
                          <a:pt x="134040" y="465773"/>
                        </a:lnTo>
                        <a:cubicBezTo>
                          <a:pt x="22785" y="501499"/>
                          <a:pt x="19314" y="563264"/>
                          <a:pt x="19225" y="565308"/>
                        </a:cubicBezTo>
                        <a:lnTo>
                          <a:pt x="19225" y="587526"/>
                        </a:lnTo>
                        <a:lnTo>
                          <a:pt x="370969" y="587526"/>
                        </a:lnTo>
                        <a:lnTo>
                          <a:pt x="370969" y="465684"/>
                        </a:lnTo>
                        <a:lnTo>
                          <a:pt x="370524" y="465506"/>
                        </a:lnTo>
                        <a:lnTo>
                          <a:pt x="369723" y="465151"/>
                        </a:lnTo>
                        <a:cubicBezTo>
                          <a:pt x="365717" y="463018"/>
                          <a:pt x="334833" y="446755"/>
                          <a:pt x="316943" y="431735"/>
                        </a:cubicBezTo>
                        <a:cubicBezTo>
                          <a:pt x="305817" y="442133"/>
                          <a:pt x="282676" y="459819"/>
                          <a:pt x="252682" y="459819"/>
                        </a:cubicBezTo>
                        <a:cubicBezTo>
                          <a:pt x="222599" y="459819"/>
                          <a:pt x="199458" y="442133"/>
                          <a:pt x="188332" y="431735"/>
                        </a:cubicBezTo>
                        <a:close/>
                        <a:moveTo>
                          <a:pt x="306974" y="392454"/>
                        </a:moveTo>
                        <a:cubicBezTo>
                          <a:pt x="290064" y="399031"/>
                          <a:pt x="271818" y="402319"/>
                          <a:pt x="252682" y="402319"/>
                        </a:cubicBezTo>
                        <a:cubicBezTo>
                          <a:pt x="233279" y="402319"/>
                          <a:pt x="215122" y="399031"/>
                          <a:pt x="198301" y="392543"/>
                        </a:cubicBezTo>
                        <a:lnTo>
                          <a:pt x="198301" y="414583"/>
                        </a:lnTo>
                        <a:cubicBezTo>
                          <a:pt x="204887" y="421426"/>
                          <a:pt x="225803" y="440622"/>
                          <a:pt x="252682" y="440622"/>
                        </a:cubicBezTo>
                        <a:cubicBezTo>
                          <a:pt x="279472" y="440622"/>
                          <a:pt x="300388" y="421426"/>
                          <a:pt x="306974" y="414583"/>
                        </a:cubicBezTo>
                        <a:close/>
                        <a:moveTo>
                          <a:pt x="434834" y="354450"/>
                        </a:moveTo>
                        <a:lnTo>
                          <a:pt x="454061" y="354450"/>
                        </a:lnTo>
                        <a:lnTo>
                          <a:pt x="454061" y="383121"/>
                        </a:lnTo>
                        <a:lnTo>
                          <a:pt x="521267" y="383121"/>
                        </a:lnTo>
                        <a:lnTo>
                          <a:pt x="521267" y="402293"/>
                        </a:lnTo>
                        <a:lnTo>
                          <a:pt x="367717" y="402293"/>
                        </a:lnTo>
                        <a:lnTo>
                          <a:pt x="367717" y="383121"/>
                        </a:lnTo>
                        <a:lnTo>
                          <a:pt x="434834" y="383121"/>
                        </a:lnTo>
                        <a:close/>
                        <a:moveTo>
                          <a:pt x="222154" y="130107"/>
                        </a:moveTo>
                        <a:cubicBezTo>
                          <a:pt x="178631" y="171343"/>
                          <a:pt x="139202" y="181741"/>
                          <a:pt x="121579" y="184318"/>
                        </a:cubicBezTo>
                        <a:lnTo>
                          <a:pt x="121579" y="210802"/>
                        </a:lnTo>
                        <a:lnTo>
                          <a:pt x="111967" y="210802"/>
                        </a:lnTo>
                        <a:cubicBezTo>
                          <a:pt x="105202" y="210802"/>
                          <a:pt x="83218" y="211957"/>
                          <a:pt x="83218" y="226710"/>
                        </a:cubicBezTo>
                        <a:cubicBezTo>
                          <a:pt x="83218" y="239063"/>
                          <a:pt x="101108" y="253104"/>
                          <a:pt x="114993" y="254971"/>
                        </a:cubicBezTo>
                        <a:lnTo>
                          <a:pt x="122291" y="255948"/>
                        </a:lnTo>
                        <a:lnTo>
                          <a:pt x="123270" y="263236"/>
                        </a:lnTo>
                        <a:cubicBezTo>
                          <a:pt x="129857" y="310870"/>
                          <a:pt x="155312" y="349529"/>
                          <a:pt x="193138" y="369170"/>
                        </a:cubicBezTo>
                        <a:cubicBezTo>
                          <a:pt x="210850" y="378413"/>
                          <a:pt x="230876" y="383123"/>
                          <a:pt x="252682" y="383123"/>
                        </a:cubicBezTo>
                        <a:cubicBezTo>
                          <a:pt x="274132" y="383123"/>
                          <a:pt x="294158" y="378413"/>
                          <a:pt x="312226" y="369170"/>
                        </a:cubicBezTo>
                        <a:cubicBezTo>
                          <a:pt x="349963" y="349529"/>
                          <a:pt x="375419" y="310870"/>
                          <a:pt x="382005" y="263236"/>
                        </a:cubicBezTo>
                        <a:lnTo>
                          <a:pt x="383073" y="255948"/>
                        </a:lnTo>
                        <a:lnTo>
                          <a:pt x="390283" y="254971"/>
                        </a:lnTo>
                        <a:cubicBezTo>
                          <a:pt x="404167" y="253104"/>
                          <a:pt x="422146" y="239063"/>
                          <a:pt x="422146" y="226710"/>
                        </a:cubicBezTo>
                        <a:cubicBezTo>
                          <a:pt x="422146" y="211957"/>
                          <a:pt x="400073" y="210802"/>
                          <a:pt x="393309" y="210802"/>
                        </a:cubicBezTo>
                        <a:lnTo>
                          <a:pt x="383696" y="210802"/>
                        </a:lnTo>
                        <a:lnTo>
                          <a:pt x="383785" y="178630"/>
                        </a:lnTo>
                        <a:cubicBezTo>
                          <a:pt x="309734" y="175875"/>
                          <a:pt x="242892" y="141749"/>
                          <a:pt x="222154" y="130107"/>
                        </a:cubicBezTo>
                        <a:close/>
                        <a:moveTo>
                          <a:pt x="252682" y="19196"/>
                        </a:moveTo>
                        <a:cubicBezTo>
                          <a:pt x="213965" y="19196"/>
                          <a:pt x="183170" y="30838"/>
                          <a:pt x="161097" y="53856"/>
                        </a:cubicBezTo>
                        <a:cubicBezTo>
                          <a:pt x="124872" y="91537"/>
                          <a:pt x="121668" y="149214"/>
                          <a:pt x="121490" y="164855"/>
                        </a:cubicBezTo>
                        <a:cubicBezTo>
                          <a:pt x="138223" y="161745"/>
                          <a:pt x="174448" y="150725"/>
                          <a:pt x="213876" y="111355"/>
                        </a:cubicBezTo>
                        <a:lnTo>
                          <a:pt x="219216" y="106023"/>
                        </a:lnTo>
                        <a:lnTo>
                          <a:pt x="225714" y="110022"/>
                        </a:lnTo>
                        <a:cubicBezTo>
                          <a:pt x="226515" y="110466"/>
                          <a:pt x="301634" y="155968"/>
                          <a:pt x="383607" y="159434"/>
                        </a:cubicBezTo>
                        <a:cubicBezTo>
                          <a:pt x="382628" y="138550"/>
                          <a:pt x="376843" y="87804"/>
                          <a:pt x="343911" y="53678"/>
                        </a:cubicBezTo>
                        <a:cubicBezTo>
                          <a:pt x="321838" y="30838"/>
                          <a:pt x="291132" y="19196"/>
                          <a:pt x="252682" y="19196"/>
                        </a:cubicBezTo>
                        <a:close/>
                        <a:moveTo>
                          <a:pt x="252682" y="0"/>
                        </a:moveTo>
                        <a:cubicBezTo>
                          <a:pt x="296650" y="0"/>
                          <a:pt x="332074" y="13597"/>
                          <a:pt x="357885" y="40436"/>
                        </a:cubicBezTo>
                        <a:cubicBezTo>
                          <a:pt x="404790" y="89226"/>
                          <a:pt x="403188" y="163967"/>
                          <a:pt x="402921" y="169388"/>
                        </a:cubicBezTo>
                        <a:lnTo>
                          <a:pt x="402921" y="192050"/>
                        </a:lnTo>
                        <a:cubicBezTo>
                          <a:pt x="426863" y="194716"/>
                          <a:pt x="441371" y="207513"/>
                          <a:pt x="441371" y="226710"/>
                        </a:cubicBezTo>
                        <a:cubicBezTo>
                          <a:pt x="441371" y="245639"/>
                          <a:pt x="422146" y="266257"/>
                          <a:pt x="400073" y="272478"/>
                        </a:cubicBezTo>
                        <a:cubicBezTo>
                          <a:pt x="391529" y="321268"/>
                          <a:pt x="365005" y="361083"/>
                          <a:pt x="326199" y="383301"/>
                        </a:cubicBezTo>
                        <a:lnTo>
                          <a:pt x="326199" y="414405"/>
                        </a:lnTo>
                        <a:cubicBezTo>
                          <a:pt x="336346" y="423915"/>
                          <a:pt x="357529" y="436534"/>
                          <a:pt x="370969" y="444000"/>
                        </a:cubicBezTo>
                        <a:lnTo>
                          <a:pt x="370969" y="421426"/>
                        </a:lnTo>
                        <a:lnTo>
                          <a:pt x="518092" y="421426"/>
                        </a:lnTo>
                        <a:lnTo>
                          <a:pt x="518092" y="606722"/>
                        </a:lnTo>
                        <a:lnTo>
                          <a:pt x="0" y="606722"/>
                        </a:lnTo>
                        <a:lnTo>
                          <a:pt x="0" y="565042"/>
                        </a:lnTo>
                        <a:cubicBezTo>
                          <a:pt x="89" y="561931"/>
                          <a:pt x="2759" y="488168"/>
                          <a:pt x="127364" y="447732"/>
                        </a:cubicBezTo>
                        <a:cubicBezTo>
                          <a:pt x="138846" y="441689"/>
                          <a:pt x="166971" y="425781"/>
                          <a:pt x="179076" y="414405"/>
                        </a:cubicBezTo>
                        <a:lnTo>
                          <a:pt x="179076" y="383390"/>
                        </a:lnTo>
                        <a:cubicBezTo>
                          <a:pt x="140270" y="361083"/>
                          <a:pt x="113747" y="321268"/>
                          <a:pt x="105291" y="272478"/>
                        </a:cubicBezTo>
                        <a:cubicBezTo>
                          <a:pt x="83218" y="266257"/>
                          <a:pt x="63994" y="245639"/>
                          <a:pt x="63994" y="226710"/>
                        </a:cubicBezTo>
                        <a:cubicBezTo>
                          <a:pt x="63994" y="207513"/>
                          <a:pt x="78412" y="194716"/>
                          <a:pt x="102354" y="192050"/>
                        </a:cubicBezTo>
                        <a:lnTo>
                          <a:pt x="102354" y="169388"/>
                        </a:lnTo>
                        <a:cubicBezTo>
                          <a:pt x="102176" y="163967"/>
                          <a:pt x="100396" y="89315"/>
                          <a:pt x="147212" y="40525"/>
                        </a:cubicBezTo>
                        <a:cubicBezTo>
                          <a:pt x="173112" y="13686"/>
                          <a:pt x="208536" y="0"/>
                          <a:pt x="252682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9" name="TextBox 106">
                  <a:extLst>
                    <a:ext uri="{FF2B5EF4-FFF2-40B4-BE49-F238E27FC236}">
                      <a16:creationId xmlns:a16="http://schemas.microsoft.com/office/drawing/2014/main" id="{9088773F-1AB9-4D31-84D2-6D077F6A118E}"/>
                    </a:ext>
                  </a:extLst>
                </p:cNvPr>
                <p:cNvSpPr txBox="1"/>
                <p:nvPr/>
              </p:nvSpPr>
              <p:spPr>
                <a:xfrm>
                  <a:off x="6070486" y="2967020"/>
                  <a:ext cx="312907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/>
                  <a:r>
                    <a:rPr lang="en-GB" sz="900" dirty="0">
                      <a:solidFill>
                        <a:srgbClr val="FFFFFF"/>
                      </a:solidFill>
                    </a:rPr>
                    <a:t>03</a:t>
                  </a:r>
                </a:p>
              </p:txBody>
            </p:sp>
          </p:grpSp>
          <p:grpSp>
            <p:nvGrpSpPr>
              <p:cNvPr id="33" name="Group 100">
                <a:extLst>
                  <a:ext uri="{FF2B5EF4-FFF2-40B4-BE49-F238E27FC236}">
                    <a16:creationId xmlns:a16="http://schemas.microsoft.com/office/drawing/2014/main" id="{057B11B6-91E4-4E7A-8C4E-DBC4C0DD42B5}"/>
                  </a:ext>
                </a:extLst>
              </p:cNvPr>
              <p:cNvGrpSpPr/>
              <p:nvPr/>
            </p:nvGrpSpPr>
            <p:grpSpPr>
              <a:xfrm>
                <a:off x="9722375" y="1542873"/>
                <a:ext cx="628533" cy="419641"/>
                <a:chOff x="7329127" y="1542873"/>
                <a:chExt cx="628533" cy="419641"/>
              </a:xfrm>
            </p:grpSpPr>
            <p:sp>
              <p:nvSpPr>
                <p:cNvPr id="36" name="Rectangle 103">
                  <a:extLst>
                    <a:ext uri="{FF2B5EF4-FFF2-40B4-BE49-F238E27FC236}">
                      <a16:creationId xmlns:a16="http://schemas.microsoft.com/office/drawing/2014/main" id="{0991F3E8-5A29-4243-B9C8-9F379ADBBBFD}"/>
                    </a:ext>
                  </a:extLst>
                </p:cNvPr>
                <p:cNvSpPr/>
                <p:nvPr/>
              </p:nvSpPr>
              <p:spPr>
                <a:xfrm>
                  <a:off x="7329127" y="1542873"/>
                  <a:ext cx="419641" cy="419641"/>
                </a:xfrm>
                <a:prstGeom prst="rect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1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r>
                    <a:rPr lang="en-GB" b="1" dirty="0">
                      <a:solidFill>
                        <a:schemeClr val="bg1"/>
                      </a:solidFill>
                    </a:rPr>
                    <a:t>03</a:t>
                  </a:r>
                </a:p>
              </p:txBody>
            </p:sp>
            <p:cxnSp>
              <p:nvCxnSpPr>
                <p:cNvPr id="37" name="Straight Connector 104">
                  <a:extLst>
                    <a:ext uri="{FF2B5EF4-FFF2-40B4-BE49-F238E27FC236}">
                      <a16:creationId xmlns:a16="http://schemas.microsoft.com/office/drawing/2014/main" id="{EDB29607-14D4-42E5-A3AB-733E298E6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6205" y="1752694"/>
                  <a:ext cx="221455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101">
                <a:extLst>
                  <a:ext uri="{FF2B5EF4-FFF2-40B4-BE49-F238E27FC236}">
                    <a16:creationId xmlns:a16="http://schemas.microsoft.com/office/drawing/2014/main" id="{E47872DC-0826-4F6B-B17D-3E2F98FDFD2C}"/>
                  </a:ext>
                </a:extLst>
              </p:cNvPr>
              <p:cNvSpPr txBox="1"/>
              <p:nvPr/>
            </p:nvSpPr>
            <p:spPr>
              <a:xfrm>
                <a:off x="7319658" y="1517985"/>
                <a:ext cx="2202292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NZ" altLang="zh-CN" sz="1600" b="1" dirty="0">
                    <a:effectLst/>
                    <a:latin typeface="+mj-lt"/>
                    <a:ea typeface="等线" panose="02010600030101010101" pitchFamily="2" charset="-122"/>
                    <a:cs typeface="Times New Roman" panose="02020603050405020304" pitchFamily="18" charset="0"/>
                  </a:rPr>
                  <a:t>Real-Time Flexibility</a:t>
                </a:r>
                <a:endParaRPr lang="zh-CN" altLang="zh-CN" sz="1600" b="1" dirty="0">
                  <a:effectLst/>
                  <a:latin typeface="+mj-lt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Box 102">
                <a:extLst>
                  <a:ext uri="{FF2B5EF4-FFF2-40B4-BE49-F238E27FC236}">
                    <a16:creationId xmlns:a16="http://schemas.microsoft.com/office/drawing/2014/main" id="{BAE81B3D-1C66-45DA-BE1D-8B44B0EE148A}"/>
                  </a:ext>
                </a:extLst>
              </p:cNvPr>
              <p:cNvSpPr txBox="1"/>
              <p:nvPr/>
            </p:nvSpPr>
            <p:spPr>
              <a:xfrm>
                <a:off x="7398225" y="1886858"/>
                <a:ext cx="2115258" cy="519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NZ" altLang="zh-CN" sz="1200" dirty="0">
                    <a:effectLst/>
                    <a:latin typeface="+mn-ea"/>
                    <a:cs typeface="Times New Roman" panose="02020603050405020304" pitchFamily="18" charset="0"/>
                  </a:rPr>
                  <a:t>Update menu instantly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NZ" altLang="zh-CN" sz="1200" dirty="0">
                    <a:effectLst/>
                    <a:latin typeface="+mn-ea"/>
                    <a:cs typeface="Times New Roman" panose="02020603050405020304" pitchFamily="18" charset="0"/>
                  </a:rPr>
                  <a:t>Limited-time offers</a:t>
                </a:r>
                <a:endParaRPr lang="zh-CN" altLang="en-US" sz="1200" dirty="0">
                  <a:latin typeface="+mn-ea"/>
                </a:endParaRPr>
              </a:p>
            </p:txBody>
          </p:sp>
        </p:grpSp>
        <p:grpSp>
          <p:nvGrpSpPr>
            <p:cNvPr id="21" name="Group 109">
              <a:extLst>
                <a:ext uri="{FF2B5EF4-FFF2-40B4-BE49-F238E27FC236}">
                  <a16:creationId xmlns:a16="http://schemas.microsoft.com/office/drawing/2014/main" id="{CA631D46-8620-41BA-9758-B8B1769E50AD}"/>
                </a:ext>
              </a:extLst>
            </p:cNvPr>
            <p:cNvGrpSpPr/>
            <p:nvPr/>
          </p:nvGrpSpPr>
          <p:grpSpPr>
            <a:xfrm>
              <a:off x="6302562" y="3740987"/>
              <a:ext cx="5216337" cy="1277535"/>
              <a:chOff x="6302563" y="1130300"/>
              <a:chExt cx="5216337" cy="1277535"/>
            </a:xfrm>
          </p:grpSpPr>
          <p:grpSp>
            <p:nvGrpSpPr>
              <p:cNvPr id="22" name="Group 110">
                <a:extLst>
                  <a:ext uri="{FF2B5EF4-FFF2-40B4-BE49-F238E27FC236}">
                    <a16:creationId xmlns:a16="http://schemas.microsoft.com/office/drawing/2014/main" id="{1901F376-8708-457C-AE98-028449535021}"/>
                  </a:ext>
                </a:extLst>
              </p:cNvPr>
              <p:cNvGrpSpPr/>
              <p:nvPr/>
            </p:nvGrpSpPr>
            <p:grpSpPr>
              <a:xfrm>
                <a:off x="10385732" y="1130300"/>
                <a:ext cx="1133168" cy="1133168"/>
                <a:chOff x="5250225" y="2064684"/>
                <a:chExt cx="1133168" cy="1133168"/>
              </a:xfrm>
            </p:grpSpPr>
            <p:grpSp>
              <p:nvGrpSpPr>
                <p:cNvPr id="28" name="Group 116">
                  <a:extLst>
                    <a:ext uri="{FF2B5EF4-FFF2-40B4-BE49-F238E27FC236}">
                      <a16:creationId xmlns:a16="http://schemas.microsoft.com/office/drawing/2014/main" id="{4FB681F1-1998-40A2-8C60-7F436B6B884A}"/>
                    </a:ext>
                  </a:extLst>
                </p:cNvPr>
                <p:cNvGrpSpPr/>
                <p:nvPr/>
              </p:nvGrpSpPr>
              <p:grpSpPr>
                <a:xfrm>
                  <a:off x="5250225" y="2064684"/>
                  <a:ext cx="1133168" cy="1133168"/>
                  <a:chOff x="5168900" y="1803400"/>
                  <a:chExt cx="1371600" cy="1371600"/>
                </a:xfrm>
              </p:grpSpPr>
              <p:sp>
                <p:nvSpPr>
                  <p:cNvPr id="30" name="Rectangle 118">
                    <a:extLst>
                      <a:ext uri="{FF2B5EF4-FFF2-40B4-BE49-F238E27FC236}">
                        <a16:creationId xmlns:a16="http://schemas.microsoft.com/office/drawing/2014/main" id="{A2C25723-649F-4ADF-AE19-D7E88A9C5835}"/>
                      </a:ext>
                    </a:extLst>
                  </p:cNvPr>
                  <p:cNvSpPr/>
                  <p:nvPr/>
                </p:nvSpPr>
                <p:spPr>
                  <a:xfrm>
                    <a:off x="5168900" y="1803400"/>
                    <a:ext cx="1371600" cy="1371600"/>
                  </a:xfrm>
                  <a:prstGeom prst="rect">
                    <a:avLst/>
                  </a:prstGeom>
                  <a:solidFill>
                    <a:schemeClr val="accent3"/>
                  </a:solidFill>
                  <a:ln w="12700" cap="rnd">
                    <a:noFill/>
                    <a:prstDash val="solid"/>
                    <a:round/>
                    <a:headEnd/>
                    <a:tailEnd/>
                  </a:ln>
                  <a:effectLst>
                    <a:outerShdw blurRad="254000" dist="127000" algn="ctr" rotWithShape="0">
                      <a:schemeClr val="accent3">
                        <a:alpha val="32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endParaRPr lang="en-GB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1" name="Freeform: Shape 119">
                    <a:extLst>
                      <a:ext uri="{FF2B5EF4-FFF2-40B4-BE49-F238E27FC236}">
                        <a16:creationId xmlns:a16="http://schemas.microsoft.com/office/drawing/2014/main" id="{30B79D4F-575F-4B37-9D8E-29D9B777A5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678732" y="2272659"/>
                    <a:ext cx="351934" cy="433082"/>
                  </a:xfrm>
                  <a:custGeom>
                    <a:avLst/>
                    <a:gdLst>
                      <a:gd name="connsiteX0" fmla="*/ 246485 w 493040"/>
                      <a:gd name="connsiteY0" fmla="*/ 172567 h 606722"/>
                      <a:gd name="connsiteX1" fmla="*/ 172886 w 493040"/>
                      <a:gd name="connsiteY1" fmla="*/ 246177 h 606722"/>
                      <a:gd name="connsiteX2" fmla="*/ 246485 w 493040"/>
                      <a:gd name="connsiteY2" fmla="*/ 319698 h 606722"/>
                      <a:gd name="connsiteX3" fmla="*/ 320083 w 493040"/>
                      <a:gd name="connsiteY3" fmla="*/ 246177 h 606722"/>
                      <a:gd name="connsiteX4" fmla="*/ 246485 w 493040"/>
                      <a:gd name="connsiteY4" fmla="*/ 172567 h 606722"/>
                      <a:gd name="connsiteX5" fmla="*/ 246485 w 493040"/>
                      <a:gd name="connsiteY5" fmla="*/ 154609 h 606722"/>
                      <a:gd name="connsiteX6" fmla="*/ 338149 w 493040"/>
                      <a:gd name="connsiteY6" fmla="*/ 246177 h 606722"/>
                      <a:gd name="connsiteX7" fmla="*/ 246485 w 493040"/>
                      <a:gd name="connsiteY7" fmla="*/ 337656 h 606722"/>
                      <a:gd name="connsiteX8" fmla="*/ 154820 w 493040"/>
                      <a:gd name="connsiteY8" fmla="*/ 246177 h 606722"/>
                      <a:gd name="connsiteX9" fmla="*/ 246485 w 493040"/>
                      <a:gd name="connsiteY9" fmla="*/ 154609 h 606722"/>
                      <a:gd name="connsiteX10" fmla="*/ 246476 w 493040"/>
                      <a:gd name="connsiteY10" fmla="*/ 126127 h 606722"/>
                      <a:gd name="connsiteX11" fmla="*/ 126300 w 493040"/>
                      <a:gd name="connsiteY11" fmla="*/ 246177 h 606722"/>
                      <a:gd name="connsiteX12" fmla="*/ 246476 w 493040"/>
                      <a:gd name="connsiteY12" fmla="*/ 366138 h 606722"/>
                      <a:gd name="connsiteX13" fmla="*/ 366651 w 493040"/>
                      <a:gd name="connsiteY13" fmla="*/ 246177 h 606722"/>
                      <a:gd name="connsiteX14" fmla="*/ 246476 w 493040"/>
                      <a:gd name="connsiteY14" fmla="*/ 126127 h 606722"/>
                      <a:gd name="connsiteX15" fmla="*/ 246476 w 493040"/>
                      <a:gd name="connsiteY15" fmla="*/ 108177 h 606722"/>
                      <a:gd name="connsiteX16" fmla="*/ 384722 w 493040"/>
                      <a:gd name="connsiteY16" fmla="*/ 246177 h 606722"/>
                      <a:gd name="connsiteX17" fmla="*/ 246476 w 493040"/>
                      <a:gd name="connsiteY17" fmla="*/ 384088 h 606722"/>
                      <a:gd name="connsiteX18" fmla="*/ 108318 w 493040"/>
                      <a:gd name="connsiteY18" fmla="*/ 246177 h 606722"/>
                      <a:gd name="connsiteX19" fmla="*/ 246476 w 493040"/>
                      <a:gd name="connsiteY19" fmla="*/ 108177 h 606722"/>
                      <a:gd name="connsiteX20" fmla="*/ 246476 w 493040"/>
                      <a:gd name="connsiteY20" fmla="*/ 18041 h 606722"/>
                      <a:gd name="connsiteX21" fmla="*/ 18070 w 493040"/>
                      <a:gd name="connsiteY21" fmla="*/ 246173 h 606722"/>
                      <a:gd name="connsiteX22" fmla="*/ 189419 w 493040"/>
                      <a:gd name="connsiteY22" fmla="*/ 467017 h 606722"/>
                      <a:gd name="connsiteX23" fmla="*/ 190220 w 493040"/>
                      <a:gd name="connsiteY23" fmla="*/ 467195 h 606722"/>
                      <a:gd name="connsiteX24" fmla="*/ 194581 w 493040"/>
                      <a:gd name="connsiteY24" fmla="*/ 468261 h 606722"/>
                      <a:gd name="connsiteX25" fmla="*/ 197074 w 493040"/>
                      <a:gd name="connsiteY25" fmla="*/ 468883 h 606722"/>
                      <a:gd name="connsiteX26" fmla="*/ 199833 w 493040"/>
                      <a:gd name="connsiteY26" fmla="*/ 469416 h 606722"/>
                      <a:gd name="connsiteX27" fmla="*/ 202770 w 493040"/>
                      <a:gd name="connsiteY27" fmla="*/ 470038 h 606722"/>
                      <a:gd name="connsiteX28" fmla="*/ 205085 w 493040"/>
                      <a:gd name="connsiteY28" fmla="*/ 470483 h 606722"/>
                      <a:gd name="connsiteX29" fmla="*/ 208200 w 493040"/>
                      <a:gd name="connsiteY29" fmla="*/ 471016 h 606722"/>
                      <a:gd name="connsiteX30" fmla="*/ 210426 w 493040"/>
                      <a:gd name="connsiteY30" fmla="*/ 471372 h 606722"/>
                      <a:gd name="connsiteX31" fmla="*/ 213630 w 493040"/>
                      <a:gd name="connsiteY31" fmla="*/ 471905 h 606722"/>
                      <a:gd name="connsiteX32" fmla="*/ 215855 w 493040"/>
                      <a:gd name="connsiteY32" fmla="*/ 472171 h 606722"/>
                      <a:gd name="connsiteX33" fmla="*/ 218971 w 493040"/>
                      <a:gd name="connsiteY33" fmla="*/ 472616 h 606722"/>
                      <a:gd name="connsiteX34" fmla="*/ 221374 w 493040"/>
                      <a:gd name="connsiteY34" fmla="*/ 472882 h 606722"/>
                      <a:gd name="connsiteX35" fmla="*/ 224400 w 493040"/>
                      <a:gd name="connsiteY35" fmla="*/ 473149 h 606722"/>
                      <a:gd name="connsiteX36" fmla="*/ 226982 w 493040"/>
                      <a:gd name="connsiteY36" fmla="*/ 473416 h 606722"/>
                      <a:gd name="connsiteX37" fmla="*/ 229830 w 493040"/>
                      <a:gd name="connsiteY37" fmla="*/ 473593 h 606722"/>
                      <a:gd name="connsiteX38" fmla="*/ 232768 w 493040"/>
                      <a:gd name="connsiteY38" fmla="*/ 473860 h 606722"/>
                      <a:gd name="connsiteX39" fmla="*/ 235349 w 493040"/>
                      <a:gd name="connsiteY39" fmla="*/ 473949 h 606722"/>
                      <a:gd name="connsiteX40" fmla="*/ 238820 w 493040"/>
                      <a:gd name="connsiteY40" fmla="*/ 474127 h 606722"/>
                      <a:gd name="connsiteX41" fmla="*/ 240868 w 493040"/>
                      <a:gd name="connsiteY41" fmla="*/ 474127 h 606722"/>
                      <a:gd name="connsiteX42" fmla="*/ 246476 w 493040"/>
                      <a:gd name="connsiteY42" fmla="*/ 474215 h 606722"/>
                      <a:gd name="connsiteX43" fmla="*/ 252083 w 493040"/>
                      <a:gd name="connsiteY43" fmla="*/ 474127 h 606722"/>
                      <a:gd name="connsiteX44" fmla="*/ 254220 w 493040"/>
                      <a:gd name="connsiteY44" fmla="*/ 474127 h 606722"/>
                      <a:gd name="connsiteX45" fmla="*/ 257691 w 493040"/>
                      <a:gd name="connsiteY45" fmla="*/ 473949 h 606722"/>
                      <a:gd name="connsiteX46" fmla="*/ 260272 w 493040"/>
                      <a:gd name="connsiteY46" fmla="*/ 473860 h 606722"/>
                      <a:gd name="connsiteX47" fmla="*/ 263121 w 493040"/>
                      <a:gd name="connsiteY47" fmla="*/ 473593 h 606722"/>
                      <a:gd name="connsiteX48" fmla="*/ 265969 w 493040"/>
                      <a:gd name="connsiteY48" fmla="*/ 473416 h 606722"/>
                      <a:gd name="connsiteX49" fmla="*/ 268551 w 493040"/>
                      <a:gd name="connsiteY49" fmla="*/ 473149 h 606722"/>
                      <a:gd name="connsiteX50" fmla="*/ 271577 w 493040"/>
                      <a:gd name="connsiteY50" fmla="*/ 472882 h 606722"/>
                      <a:gd name="connsiteX51" fmla="*/ 273980 w 493040"/>
                      <a:gd name="connsiteY51" fmla="*/ 472616 h 606722"/>
                      <a:gd name="connsiteX52" fmla="*/ 277096 w 493040"/>
                      <a:gd name="connsiteY52" fmla="*/ 472171 h 606722"/>
                      <a:gd name="connsiteX53" fmla="*/ 279410 w 493040"/>
                      <a:gd name="connsiteY53" fmla="*/ 471905 h 606722"/>
                      <a:gd name="connsiteX54" fmla="*/ 282526 w 493040"/>
                      <a:gd name="connsiteY54" fmla="*/ 471372 h 606722"/>
                      <a:gd name="connsiteX55" fmla="*/ 284751 w 493040"/>
                      <a:gd name="connsiteY55" fmla="*/ 471016 h 606722"/>
                      <a:gd name="connsiteX56" fmla="*/ 287866 w 493040"/>
                      <a:gd name="connsiteY56" fmla="*/ 470483 h 606722"/>
                      <a:gd name="connsiteX57" fmla="*/ 290270 w 493040"/>
                      <a:gd name="connsiteY57" fmla="*/ 470038 h 606722"/>
                      <a:gd name="connsiteX58" fmla="*/ 293207 w 493040"/>
                      <a:gd name="connsiteY58" fmla="*/ 469416 h 606722"/>
                      <a:gd name="connsiteX59" fmla="*/ 295966 w 493040"/>
                      <a:gd name="connsiteY59" fmla="*/ 468883 h 606722"/>
                      <a:gd name="connsiteX60" fmla="*/ 298459 w 493040"/>
                      <a:gd name="connsiteY60" fmla="*/ 468261 h 606722"/>
                      <a:gd name="connsiteX61" fmla="*/ 302820 w 493040"/>
                      <a:gd name="connsiteY61" fmla="*/ 467195 h 606722"/>
                      <a:gd name="connsiteX62" fmla="*/ 303622 w 493040"/>
                      <a:gd name="connsiteY62" fmla="*/ 467017 h 606722"/>
                      <a:gd name="connsiteX63" fmla="*/ 474971 w 493040"/>
                      <a:gd name="connsiteY63" fmla="*/ 246173 h 606722"/>
                      <a:gd name="connsiteX64" fmla="*/ 246476 w 493040"/>
                      <a:gd name="connsiteY64" fmla="*/ 18041 h 606722"/>
                      <a:gd name="connsiteX65" fmla="*/ 246476 w 493040"/>
                      <a:gd name="connsiteY65" fmla="*/ 0 h 606722"/>
                      <a:gd name="connsiteX66" fmla="*/ 493040 w 493040"/>
                      <a:gd name="connsiteY66" fmla="*/ 246173 h 606722"/>
                      <a:gd name="connsiteX67" fmla="*/ 418982 w 493040"/>
                      <a:gd name="connsiteY67" fmla="*/ 421870 h 606722"/>
                      <a:gd name="connsiteX68" fmla="*/ 493040 w 493040"/>
                      <a:gd name="connsiteY68" fmla="*/ 597657 h 606722"/>
                      <a:gd name="connsiteX69" fmla="*/ 493040 w 493040"/>
                      <a:gd name="connsiteY69" fmla="*/ 606722 h 606722"/>
                      <a:gd name="connsiteX70" fmla="*/ 153903 w 493040"/>
                      <a:gd name="connsiteY70" fmla="*/ 606722 h 606722"/>
                      <a:gd name="connsiteX71" fmla="*/ 153903 w 493040"/>
                      <a:gd name="connsiteY71" fmla="*/ 588681 h 606722"/>
                      <a:gd name="connsiteX72" fmla="*/ 474793 w 493040"/>
                      <a:gd name="connsiteY72" fmla="*/ 588681 h 606722"/>
                      <a:gd name="connsiteX73" fmla="*/ 473368 w 493040"/>
                      <a:gd name="connsiteY73" fmla="*/ 570640 h 606722"/>
                      <a:gd name="connsiteX74" fmla="*/ 214075 w 493040"/>
                      <a:gd name="connsiteY74" fmla="*/ 570640 h 606722"/>
                      <a:gd name="connsiteX75" fmla="*/ 214075 w 493040"/>
                      <a:gd name="connsiteY75" fmla="*/ 552600 h 606722"/>
                      <a:gd name="connsiteX76" fmla="*/ 470431 w 493040"/>
                      <a:gd name="connsiteY76" fmla="*/ 552600 h 606722"/>
                      <a:gd name="connsiteX77" fmla="*/ 405719 w 493040"/>
                      <a:gd name="connsiteY77" fmla="*/ 434046 h 606722"/>
                      <a:gd name="connsiteX78" fmla="*/ 319733 w 493040"/>
                      <a:gd name="connsiteY78" fmla="*/ 481147 h 606722"/>
                      <a:gd name="connsiteX79" fmla="*/ 314392 w 493040"/>
                      <a:gd name="connsiteY79" fmla="*/ 482747 h 606722"/>
                      <a:gd name="connsiteX80" fmla="*/ 313146 w 493040"/>
                      <a:gd name="connsiteY80" fmla="*/ 483103 h 606722"/>
                      <a:gd name="connsiteX81" fmla="*/ 309051 w 493040"/>
                      <a:gd name="connsiteY81" fmla="*/ 484258 h 606722"/>
                      <a:gd name="connsiteX82" fmla="*/ 307093 w 493040"/>
                      <a:gd name="connsiteY82" fmla="*/ 484702 h 606722"/>
                      <a:gd name="connsiteX83" fmla="*/ 303622 w 493040"/>
                      <a:gd name="connsiteY83" fmla="*/ 485591 h 606722"/>
                      <a:gd name="connsiteX84" fmla="*/ 301218 w 493040"/>
                      <a:gd name="connsiteY84" fmla="*/ 486124 h 606722"/>
                      <a:gd name="connsiteX85" fmla="*/ 298103 w 493040"/>
                      <a:gd name="connsiteY85" fmla="*/ 486835 h 606722"/>
                      <a:gd name="connsiteX86" fmla="*/ 295521 w 493040"/>
                      <a:gd name="connsiteY86" fmla="*/ 487368 h 606722"/>
                      <a:gd name="connsiteX87" fmla="*/ 292673 w 493040"/>
                      <a:gd name="connsiteY87" fmla="*/ 487902 h 606722"/>
                      <a:gd name="connsiteX88" fmla="*/ 285374 w 493040"/>
                      <a:gd name="connsiteY88" fmla="*/ 489146 h 606722"/>
                      <a:gd name="connsiteX89" fmla="*/ 284484 w 493040"/>
                      <a:gd name="connsiteY89" fmla="*/ 489323 h 606722"/>
                      <a:gd name="connsiteX90" fmla="*/ 281190 w 493040"/>
                      <a:gd name="connsiteY90" fmla="*/ 489768 h 606722"/>
                      <a:gd name="connsiteX91" fmla="*/ 278698 w 493040"/>
                      <a:gd name="connsiteY91" fmla="*/ 490123 h 606722"/>
                      <a:gd name="connsiteX92" fmla="*/ 275583 w 493040"/>
                      <a:gd name="connsiteY92" fmla="*/ 490568 h 606722"/>
                      <a:gd name="connsiteX93" fmla="*/ 272912 w 493040"/>
                      <a:gd name="connsiteY93" fmla="*/ 490834 h 606722"/>
                      <a:gd name="connsiteX94" fmla="*/ 269886 w 493040"/>
                      <a:gd name="connsiteY94" fmla="*/ 491101 h 606722"/>
                      <a:gd name="connsiteX95" fmla="*/ 266948 w 493040"/>
                      <a:gd name="connsiteY95" fmla="*/ 491368 h 606722"/>
                      <a:gd name="connsiteX96" fmla="*/ 264100 w 493040"/>
                      <a:gd name="connsiteY96" fmla="*/ 491634 h 606722"/>
                      <a:gd name="connsiteX97" fmla="*/ 260896 w 493040"/>
                      <a:gd name="connsiteY97" fmla="*/ 491812 h 606722"/>
                      <a:gd name="connsiteX98" fmla="*/ 258314 w 493040"/>
                      <a:gd name="connsiteY98" fmla="*/ 491990 h 606722"/>
                      <a:gd name="connsiteX99" fmla="*/ 254576 w 493040"/>
                      <a:gd name="connsiteY99" fmla="*/ 492078 h 606722"/>
                      <a:gd name="connsiteX100" fmla="*/ 252439 w 493040"/>
                      <a:gd name="connsiteY100" fmla="*/ 492167 h 606722"/>
                      <a:gd name="connsiteX101" fmla="*/ 246476 w 493040"/>
                      <a:gd name="connsiteY101" fmla="*/ 492256 h 606722"/>
                      <a:gd name="connsiteX102" fmla="*/ 240601 w 493040"/>
                      <a:gd name="connsiteY102" fmla="*/ 492167 h 606722"/>
                      <a:gd name="connsiteX103" fmla="*/ 238464 w 493040"/>
                      <a:gd name="connsiteY103" fmla="*/ 492078 h 606722"/>
                      <a:gd name="connsiteX104" fmla="*/ 234726 w 493040"/>
                      <a:gd name="connsiteY104" fmla="*/ 491990 h 606722"/>
                      <a:gd name="connsiteX105" fmla="*/ 232145 w 493040"/>
                      <a:gd name="connsiteY105" fmla="*/ 491812 h 606722"/>
                      <a:gd name="connsiteX106" fmla="*/ 228851 w 493040"/>
                      <a:gd name="connsiteY106" fmla="*/ 491634 h 606722"/>
                      <a:gd name="connsiteX107" fmla="*/ 226092 w 493040"/>
                      <a:gd name="connsiteY107" fmla="*/ 491368 h 606722"/>
                      <a:gd name="connsiteX108" fmla="*/ 223154 w 493040"/>
                      <a:gd name="connsiteY108" fmla="*/ 491101 h 606722"/>
                      <a:gd name="connsiteX109" fmla="*/ 220128 w 493040"/>
                      <a:gd name="connsiteY109" fmla="*/ 490834 h 606722"/>
                      <a:gd name="connsiteX110" fmla="*/ 217458 w 493040"/>
                      <a:gd name="connsiteY110" fmla="*/ 490568 h 606722"/>
                      <a:gd name="connsiteX111" fmla="*/ 214342 w 493040"/>
                      <a:gd name="connsiteY111" fmla="*/ 490123 h 606722"/>
                      <a:gd name="connsiteX112" fmla="*/ 211850 w 493040"/>
                      <a:gd name="connsiteY112" fmla="*/ 489768 h 606722"/>
                      <a:gd name="connsiteX113" fmla="*/ 208556 w 493040"/>
                      <a:gd name="connsiteY113" fmla="*/ 489323 h 606722"/>
                      <a:gd name="connsiteX114" fmla="*/ 207577 w 493040"/>
                      <a:gd name="connsiteY114" fmla="*/ 489146 h 606722"/>
                      <a:gd name="connsiteX115" fmla="*/ 200278 w 493040"/>
                      <a:gd name="connsiteY115" fmla="*/ 487902 h 606722"/>
                      <a:gd name="connsiteX116" fmla="*/ 197519 w 493040"/>
                      <a:gd name="connsiteY116" fmla="*/ 487368 h 606722"/>
                      <a:gd name="connsiteX117" fmla="*/ 194848 w 493040"/>
                      <a:gd name="connsiteY117" fmla="*/ 486835 h 606722"/>
                      <a:gd name="connsiteX118" fmla="*/ 191733 w 493040"/>
                      <a:gd name="connsiteY118" fmla="*/ 486124 h 606722"/>
                      <a:gd name="connsiteX119" fmla="*/ 189419 w 493040"/>
                      <a:gd name="connsiteY119" fmla="*/ 485591 h 606722"/>
                      <a:gd name="connsiteX120" fmla="*/ 185858 w 493040"/>
                      <a:gd name="connsiteY120" fmla="*/ 484702 h 606722"/>
                      <a:gd name="connsiteX121" fmla="*/ 183989 w 493040"/>
                      <a:gd name="connsiteY121" fmla="*/ 484258 h 606722"/>
                      <a:gd name="connsiteX122" fmla="*/ 179805 w 493040"/>
                      <a:gd name="connsiteY122" fmla="*/ 483103 h 606722"/>
                      <a:gd name="connsiteX123" fmla="*/ 178648 w 493040"/>
                      <a:gd name="connsiteY123" fmla="*/ 482747 h 606722"/>
                      <a:gd name="connsiteX124" fmla="*/ 173307 w 493040"/>
                      <a:gd name="connsiteY124" fmla="*/ 481147 h 606722"/>
                      <a:gd name="connsiteX125" fmla="*/ 87321 w 493040"/>
                      <a:gd name="connsiteY125" fmla="*/ 434046 h 606722"/>
                      <a:gd name="connsiteX126" fmla="*/ 18248 w 493040"/>
                      <a:gd name="connsiteY126" fmla="*/ 588681 h 606722"/>
                      <a:gd name="connsiteX127" fmla="*/ 129780 w 493040"/>
                      <a:gd name="connsiteY127" fmla="*/ 588681 h 606722"/>
                      <a:gd name="connsiteX128" fmla="*/ 129780 w 493040"/>
                      <a:gd name="connsiteY128" fmla="*/ 606722 h 606722"/>
                      <a:gd name="connsiteX129" fmla="*/ 0 w 493040"/>
                      <a:gd name="connsiteY129" fmla="*/ 606722 h 606722"/>
                      <a:gd name="connsiteX130" fmla="*/ 0 w 493040"/>
                      <a:gd name="connsiteY130" fmla="*/ 597657 h 606722"/>
                      <a:gd name="connsiteX131" fmla="*/ 74058 w 493040"/>
                      <a:gd name="connsiteY131" fmla="*/ 421870 h 606722"/>
                      <a:gd name="connsiteX132" fmla="*/ 0 w 493040"/>
                      <a:gd name="connsiteY132" fmla="*/ 246173 h 606722"/>
                      <a:gd name="connsiteX133" fmla="*/ 246476 w 493040"/>
                      <a:gd name="connsiteY133" fmla="*/ 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</a:cxnLst>
                    <a:rect l="l" t="t" r="r" b="b"/>
                    <a:pathLst>
                      <a:path w="493040" h="606722">
                        <a:moveTo>
                          <a:pt x="246485" y="172567"/>
                        </a:moveTo>
                        <a:cubicBezTo>
                          <a:pt x="205903" y="172567"/>
                          <a:pt x="172886" y="205549"/>
                          <a:pt x="172886" y="246177"/>
                        </a:cubicBezTo>
                        <a:cubicBezTo>
                          <a:pt x="172886" y="286716"/>
                          <a:pt x="205903" y="319698"/>
                          <a:pt x="246485" y="319698"/>
                        </a:cubicBezTo>
                        <a:cubicBezTo>
                          <a:pt x="287066" y="319698"/>
                          <a:pt x="320083" y="286716"/>
                          <a:pt x="320083" y="246177"/>
                        </a:cubicBezTo>
                        <a:cubicBezTo>
                          <a:pt x="320083" y="205549"/>
                          <a:pt x="287066" y="172567"/>
                          <a:pt x="246485" y="172567"/>
                        </a:cubicBezTo>
                        <a:close/>
                        <a:moveTo>
                          <a:pt x="246485" y="154609"/>
                        </a:moveTo>
                        <a:cubicBezTo>
                          <a:pt x="297034" y="154609"/>
                          <a:pt x="338149" y="195681"/>
                          <a:pt x="338149" y="246177"/>
                        </a:cubicBezTo>
                        <a:cubicBezTo>
                          <a:pt x="338149" y="296584"/>
                          <a:pt x="297034" y="337656"/>
                          <a:pt x="246485" y="337656"/>
                        </a:cubicBezTo>
                        <a:cubicBezTo>
                          <a:pt x="195936" y="337656"/>
                          <a:pt x="154820" y="296584"/>
                          <a:pt x="154820" y="246177"/>
                        </a:cubicBezTo>
                        <a:cubicBezTo>
                          <a:pt x="154820" y="195681"/>
                          <a:pt x="195936" y="154609"/>
                          <a:pt x="246485" y="154609"/>
                        </a:cubicBezTo>
                        <a:close/>
                        <a:moveTo>
                          <a:pt x="246476" y="126127"/>
                        </a:moveTo>
                        <a:cubicBezTo>
                          <a:pt x="180245" y="126127"/>
                          <a:pt x="126300" y="179976"/>
                          <a:pt x="126300" y="246177"/>
                        </a:cubicBezTo>
                        <a:cubicBezTo>
                          <a:pt x="126300" y="312289"/>
                          <a:pt x="180245" y="366138"/>
                          <a:pt x="246476" y="366138"/>
                        </a:cubicBezTo>
                        <a:cubicBezTo>
                          <a:pt x="312795" y="366138"/>
                          <a:pt x="366651" y="312289"/>
                          <a:pt x="366651" y="246177"/>
                        </a:cubicBezTo>
                        <a:cubicBezTo>
                          <a:pt x="366651" y="179976"/>
                          <a:pt x="312795" y="126127"/>
                          <a:pt x="246476" y="126127"/>
                        </a:cubicBezTo>
                        <a:close/>
                        <a:moveTo>
                          <a:pt x="246476" y="108177"/>
                        </a:moveTo>
                        <a:cubicBezTo>
                          <a:pt x="322765" y="108177"/>
                          <a:pt x="384722" y="170024"/>
                          <a:pt x="384722" y="246177"/>
                        </a:cubicBezTo>
                        <a:cubicBezTo>
                          <a:pt x="384722" y="322241"/>
                          <a:pt x="322765" y="384088"/>
                          <a:pt x="246476" y="384088"/>
                        </a:cubicBezTo>
                        <a:cubicBezTo>
                          <a:pt x="170275" y="384088"/>
                          <a:pt x="108318" y="322241"/>
                          <a:pt x="108318" y="246177"/>
                        </a:cubicBezTo>
                        <a:cubicBezTo>
                          <a:pt x="108318" y="170024"/>
                          <a:pt x="170275" y="108177"/>
                          <a:pt x="246476" y="108177"/>
                        </a:cubicBezTo>
                        <a:close/>
                        <a:moveTo>
                          <a:pt x="246476" y="18041"/>
                        </a:moveTo>
                        <a:cubicBezTo>
                          <a:pt x="120523" y="18041"/>
                          <a:pt x="18070" y="120331"/>
                          <a:pt x="18070" y="246173"/>
                        </a:cubicBezTo>
                        <a:cubicBezTo>
                          <a:pt x="18070" y="352196"/>
                          <a:pt x="90971" y="441689"/>
                          <a:pt x="189419" y="467017"/>
                        </a:cubicBezTo>
                        <a:cubicBezTo>
                          <a:pt x="189686" y="467106"/>
                          <a:pt x="189953" y="467195"/>
                          <a:pt x="190220" y="467195"/>
                        </a:cubicBezTo>
                        <a:cubicBezTo>
                          <a:pt x="191644" y="467550"/>
                          <a:pt x="193068" y="467906"/>
                          <a:pt x="194581" y="468261"/>
                        </a:cubicBezTo>
                        <a:cubicBezTo>
                          <a:pt x="195382" y="468528"/>
                          <a:pt x="196273" y="468705"/>
                          <a:pt x="197074" y="468883"/>
                        </a:cubicBezTo>
                        <a:cubicBezTo>
                          <a:pt x="197964" y="469061"/>
                          <a:pt x="198854" y="469239"/>
                          <a:pt x="199833" y="469416"/>
                        </a:cubicBezTo>
                        <a:cubicBezTo>
                          <a:pt x="200812" y="469683"/>
                          <a:pt x="201791" y="469861"/>
                          <a:pt x="202770" y="470038"/>
                        </a:cubicBezTo>
                        <a:cubicBezTo>
                          <a:pt x="203572" y="470216"/>
                          <a:pt x="204284" y="470305"/>
                          <a:pt x="205085" y="470483"/>
                        </a:cubicBezTo>
                        <a:cubicBezTo>
                          <a:pt x="206153" y="470661"/>
                          <a:pt x="207221" y="470838"/>
                          <a:pt x="208200" y="471016"/>
                        </a:cubicBezTo>
                        <a:cubicBezTo>
                          <a:pt x="209001" y="471105"/>
                          <a:pt x="209713" y="471283"/>
                          <a:pt x="210426" y="471372"/>
                        </a:cubicBezTo>
                        <a:cubicBezTo>
                          <a:pt x="211494" y="471549"/>
                          <a:pt x="212562" y="471727"/>
                          <a:pt x="213630" y="471905"/>
                        </a:cubicBezTo>
                        <a:cubicBezTo>
                          <a:pt x="214342" y="471994"/>
                          <a:pt x="215143" y="472083"/>
                          <a:pt x="215855" y="472171"/>
                        </a:cubicBezTo>
                        <a:cubicBezTo>
                          <a:pt x="216923" y="472349"/>
                          <a:pt x="217992" y="472438"/>
                          <a:pt x="218971" y="472616"/>
                        </a:cubicBezTo>
                        <a:cubicBezTo>
                          <a:pt x="219772" y="472705"/>
                          <a:pt x="220573" y="472793"/>
                          <a:pt x="221374" y="472882"/>
                        </a:cubicBezTo>
                        <a:cubicBezTo>
                          <a:pt x="222353" y="472971"/>
                          <a:pt x="223421" y="473060"/>
                          <a:pt x="224400" y="473149"/>
                        </a:cubicBezTo>
                        <a:cubicBezTo>
                          <a:pt x="225291" y="473238"/>
                          <a:pt x="226181" y="473327"/>
                          <a:pt x="226982" y="473416"/>
                        </a:cubicBezTo>
                        <a:cubicBezTo>
                          <a:pt x="227961" y="473504"/>
                          <a:pt x="228940" y="473593"/>
                          <a:pt x="229830" y="473593"/>
                        </a:cubicBezTo>
                        <a:cubicBezTo>
                          <a:pt x="230809" y="473682"/>
                          <a:pt x="231789" y="473771"/>
                          <a:pt x="232768" y="473860"/>
                        </a:cubicBezTo>
                        <a:cubicBezTo>
                          <a:pt x="233658" y="473860"/>
                          <a:pt x="234459" y="473949"/>
                          <a:pt x="235349" y="473949"/>
                        </a:cubicBezTo>
                        <a:cubicBezTo>
                          <a:pt x="236506" y="474038"/>
                          <a:pt x="237663" y="474038"/>
                          <a:pt x="238820" y="474127"/>
                        </a:cubicBezTo>
                        <a:cubicBezTo>
                          <a:pt x="239533" y="474127"/>
                          <a:pt x="240245" y="474127"/>
                          <a:pt x="240868" y="474127"/>
                        </a:cubicBezTo>
                        <a:cubicBezTo>
                          <a:pt x="242737" y="474215"/>
                          <a:pt x="244606" y="474215"/>
                          <a:pt x="246476" y="474215"/>
                        </a:cubicBezTo>
                        <a:cubicBezTo>
                          <a:pt x="248345" y="474215"/>
                          <a:pt x="250214" y="474215"/>
                          <a:pt x="252083" y="474127"/>
                        </a:cubicBezTo>
                        <a:cubicBezTo>
                          <a:pt x="252795" y="474127"/>
                          <a:pt x="253508" y="474127"/>
                          <a:pt x="254220" y="474127"/>
                        </a:cubicBezTo>
                        <a:cubicBezTo>
                          <a:pt x="255377" y="474038"/>
                          <a:pt x="256534" y="474038"/>
                          <a:pt x="257691" y="473949"/>
                        </a:cubicBezTo>
                        <a:cubicBezTo>
                          <a:pt x="258492" y="473949"/>
                          <a:pt x="259382" y="473860"/>
                          <a:pt x="260272" y="473860"/>
                        </a:cubicBezTo>
                        <a:cubicBezTo>
                          <a:pt x="261252" y="473771"/>
                          <a:pt x="262142" y="473682"/>
                          <a:pt x="263121" y="473593"/>
                        </a:cubicBezTo>
                        <a:cubicBezTo>
                          <a:pt x="264100" y="473593"/>
                          <a:pt x="265079" y="473504"/>
                          <a:pt x="265969" y="473416"/>
                        </a:cubicBezTo>
                        <a:cubicBezTo>
                          <a:pt x="266859" y="473327"/>
                          <a:pt x="267750" y="473238"/>
                          <a:pt x="268551" y="473149"/>
                        </a:cubicBezTo>
                        <a:cubicBezTo>
                          <a:pt x="269619" y="473060"/>
                          <a:pt x="270598" y="472971"/>
                          <a:pt x="271577" y="472882"/>
                        </a:cubicBezTo>
                        <a:cubicBezTo>
                          <a:pt x="272378" y="472793"/>
                          <a:pt x="273179" y="472705"/>
                          <a:pt x="273980" y="472616"/>
                        </a:cubicBezTo>
                        <a:cubicBezTo>
                          <a:pt x="275049" y="472438"/>
                          <a:pt x="276117" y="472349"/>
                          <a:pt x="277096" y="472171"/>
                        </a:cubicBezTo>
                        <a:cubicBezTo>
                          <a:pt x="277897" y="472083"/>
                          <a:pt x="278609" y="471994"/>
                          <a:pt x="279410" y="471905"/>
                        </a:cubicBezTo>
                        <a:cubicBezTo>
                          <a:pt x="280478" y="471727"/>
                          <a:pt x="281457" y="471549"/>
                          <a:pt x="282526" y="471372"/>
                        </a:cubicBezTo>
                        <a:cubicBezTo>
                          <a:pt x="283327" y="471283"/>
                          <a:pt x="284039" y="471105"/>
                          <a:pt x="284751" y="471016"/>
                        </a:cubicBezTo>
                        <a:cubicBezTo>
                          <a:pt x="285819" y="470838"/>
                          <a:pt x="286887" y="470661"/>
                          <a:pt x="287866" y="470483"/>
                        </a:cubicBezTo>
                        <a:cubicBezTo>
                          <a:pt x="288667" y="470305"/>
                          <a:pt x="289469" y="470216"/>
                          <a:pt x="290270" y="470038"/>
                        </a:cubicBezTo>
                        <a:cubicBezTo>
                          <a:pt x="291249" y="469861"/>
                          <a:pt x="292228" y="469683"/>
                          <a:pt x="293207" y="469416"/>
                        </a:cubicBezTo>
                        <a:cubicBezTo>
                          <a:pt x="294097" y="469239"/>
                          <a:pt x="294987" y="469061"/>
                          <a:pt x="295966" y="468883"/>
                        </a:cubicBezTo>
                        <a:cubicBezTo>
                          <a:pt x="296768" y="468705"/>
                          <a:pt x="297569" y="468528"/>
                          <a:pt x="298459" y="468261"/>
                        </a:cubicBezTo>
                        <a:cubicBezTo>
                          <a:pt x="299883" y="467906"/>
                          <a:pt x="301396" y="467550"/>
                          <a:pt x="302820" y="467195"/>
                        </a:cubicBezTo>
                        <a:cubicBezTo>
                          <a:pt x="303087" y="467195"/>
                          <a:pt x="303355" y="467106"/>
                          <a:pt x="303622" y="467017"/>
                        </a:cubicBezTo>
                        <a:cubicBezTo>
                          <a:pt x="402069" y="441689"/>
                          <a:pt x="474971" y="352196"/>
                          <a:pt x="474971" y="246173"/>
                        </a:cubicBezTo>
                        <a:cubicBezTo>
                          <a:pt x="474971" y="120331"/>
                          <a:pt x="372517" y="18041"/>
                          <a:pt x="246476" y="18041"/>
                        </a:cubicBezTo>
                        <a:close/>
                        <a:moveTo>
                          <a:pt x="246476" y="0"/>
                        </a:moveTo>
                        <a:cubicBezTo>
                          <a:pt x="382398" y="0"/>
                          <a:pt x="493040" y="110378"/>
                          <a:pt x="493040" y="246173"/>
                        </a:cubicBezTo>
                        <a:cubicBezTo>
                          <a:pt x="493040" y="314870"/>
                          <a:pt x="464645" y="377168"/>
                          <a:pt x="418982" y="421870"/>
                        </a:cubicBezTo>
                        <a:cubicBezTo>
                          <a:pt x="466158" y="467994"/>
                          <a:pt x="493040" y="531537"/>
                          <a:pt x="493040" y="597657"/>
                        </a:cubicBezTo>
                        <a:lnTo>
                          <a:pt x="493040" y="606722"/>
                        </a:lnTo>
                        <a:lnTo>
                          <a:pt x="153903" y="606722"/>
                        </a:lnTo>
                        <a:lnTo>
                          <a:pt x="153903" y="588681"/>
                        </a:lnTo>
                        <a:lnTo>
                          <a:pt x="474793" y="588681"/>
                        </a:lnTo>
                        <a:cubicBezTo>
                          <a:pt x="474525" y="582638"/>
                          <a:pt x="474080" y="576595"/>
                          <a:pt x="473368" y="570640"/>
                        </a:cubicBezTo>
                        <a:lnTo>
                          <a:pt x="214075" y="570640"/>
                        </a:lnTo>
                        <a:lnTo>
                          <a:pt x="214075" y="552600"/>
                        </a:lnTo>
                        <a:lnTo>
                          <a:pt x="470431" y="552600"/>
                        </a:lnTo>
                        <a:cubicBezTo>
                          <a:pt x="461352" y="507809"/>
                          <a:pt x="438921" y="466306"/>
                          <a:pt x="405719" y="434046"/>
                        </a:cubicBezTo>
                        <a:cubicBezTo>
                          <a:pt x="380261" y="455553"/>
                          <a:pt x="351065" y="471460"/>
                          <a:pt x="319733" y="481147"/>
                        </a:cubicBezTo>
                        <a:cubicBezTo>
                          <a:pt x="317953" y="481769"/>
                          <a:pt x="316172" y="482214"/>
                          <a:pt x="314392" y="482747"/>
                        </a:cubicBezTo>
                        <a:cubicBezTo>
                          <a:pt x="313947" y="482836"/>
                          <a:pt x="313591" y="483014"/>
                          <a:pt x="313146" y="483103"/>
                        </a:cubicBezTo>
                        <a:cubicBezTo>
                          <a:pt x="311811" y="483458"/>
                          <a:pt x="310387" y="483902"/>
                          <a:pt x="309051" y="484258"/>
                        </a:cubicBezTo>
                        <a:cubicBezTo>
                          <a:pt x="308339" y="484436"/>
                          <a:pt x="307716" y="484524"/>
                          <a:pt x="307093" y="484702"/>
                        </a:cubicBezTo>
                        <a:cubicBezTo>
                          <a:pt x="305936" y="485058"/>
                          <a:pt x="304779" y="485324"/>
                          <a:pt x="303622" y="485591"/>
                        </a:cubicBezTo>
                        <a:cubicBezTo>
                          <a:pt x="302820" y="485769"/>
                          <a:pt x="302019" y="485946"/>
                          <a:pt x="301218" y="486124"/>
                        </a:cubicBezTo>
                        <a:cubicBezTo>
                          <a:pt x="300239" y="486391"/>
                          <a:pt x="299171" y="486568"/>
                          <a:pt x="298103" y="486835"/>
                        </a:cubicBezTo>
                        <a:cubicBezTo>
                          <a:pt x="297213" y="487013"/>
                          <a:pt x="296412" y="487191"/>
                          <a:pt x="295521" y="487368"/>
                        </a:cubicBezTo>
                        <a:cubicBezTo>
                          <a:pt x="294542" y="487546"/>
                          <a:pt x="293652" y="487724"/>
                          <a:pt x="292673" y="487902"/>
                        </a:cubicBezTo>
                        <a:cubicBezTo>
                          <a:pt x="290270" y="488346"/>
                          <a:pt x="287866" y="488790"/>
                          <a:pt x="285374" y="489146"/>
                        </a:cubicBezTo>
                        <a:cubicBezTo>
                          <a:pt x="285107" y="489235"/>
                          <a:pt x="284751" y="489323"/>
                          <a:pt x="284484" y="489323"/>
                        </a:cubicBezTo>
                        <a:cubicBezTo>
                          <a:pt x="283416" y="489501"/>
                          <a:pt x="282259" y="489679"/>
                          <a:pt x="281190" y="489768"/>
                        </a:cubicBezTo>
                        <a:cubicBezTo>
                          <a:pt x="280389" y="489946"/>
                          <a:pt x="279499" y="490034"/>
                          <a:pt x="278698" y="490123"/>
                        </a:cubicBezTo>
                        <a:cubicBezTo>
                          <a:pt x="277630" y="490301"/>
                          <a:pt x="276651" y="490390"/>
                          <a:pt x="275583" y="490568"/>
                        </a:cubicBezTo>
                        <a:cubicBezTo>
                          <a:pt x="274693" y="490657"/>
                          <a:pt x="273802" y="490745"/>
                          <a:pt x="272912" y="490834"/>
                        </a:cubicBezTo>
                        <a:cubicBezTo>
                          <a:pt x="271844" y="490923"/>
                          <a:pt x="270865" y="491012"/>
                          <a:pt x="269886" y="491101"/>
                        </a:cubicBezTo>
                        <a:cubicBezTo>
                          <a:pt x="268907" y="491190"/>
                          <a:pt x="267928" y="491279"/>
                          <a:pt x="266948" y="491368"/>
                        </a:cubicBezTo>
                        <a:cubicBezTo>
                          <a:pt x="266058" y="491456"/>
                          <a:pt x="265079" y="491545"/>
                          <a:pt x="264100" y="491634"/>
                        </a:cubicBezTo>
                        <a:cubicBezTo>
                          <a:pt x="263032" y="491723"/>
                          <a:pt x="261964" y="491723"/>
                          <a:pt x="260896" y="491812"/>
                        </a:cubicBezTo>
                        <a:cubicBezTo>
                          <a:pt x="260005" y="491901"/>
                          <a:pt x="259204" y="491901"/>
                          <a:pt x="258314" y="491990"/>
                        </a:cubicBezTo>
                        <a:cubicBezTo>
                          <a:pt x="257068" y="491990"/>
                          <a:pt x="255822" y="492078"/>
                          <a:pt x="254576" y="492078"/>
                        </a:cubicBezTo>
                        <a:cubicBezTo>
                          <a:pt x="253864" y="492167"/>
                          <a:pt x="253151" y="492167"/>
                          <a:pt x="252439" y="492167"/>
                        </a:cubicBezTo>
                        <a:cubicBezTo>
                          <a:pt x="250481" y="492256"/>
                          <a:pt x="248523" y="492256"/>
                          <a:pt x="246476" y="492256"/>
                        </a:cubicBezTo>
                        <a:cubicBezTo>
                          <a:pt x="244517" y="492256"/>
                          <a:pt x="242559" y="492256"/>
                          <a:pt x="240601" y="492167"/>
                        </a:cubicBezTo>
                        <a:cubicBezTo>
                          <a:pt x="239889" y="492167"/>
                          <a:pt x="239177" y="492167"/>
                          <a:pt x="238464" y="492078"/>
                        </a:cubicBezTo>
                        <a:cubicBezTo>
                          <a:pt x="237218" y="492078"/>
                          <a:pt x="235972" y="491990"/>
                          <a:pt x="234726" y="491990"/>
                        </a:cubicBezTo>
                        <a:cubicBezTo>
                          <a:pt x="233836" y="491901"/>
                          <a:pt x="232946" y="491901"/>
                          <a:pt x="232145" y="491812"/>
                        </a:cubicBezTo>
                        <a:cubicBezTo>
                          <a:pt x="230987" y="491723"/>
                          <a:pt x="229919" y="491723"/>
                          <a:pt x="228851" y="491634"/>
                        </a:cubicBezTo>
                        <a:cubicBezTo>
                          <a:pt x="227961" y="491545"/>
                          <a:pt x="226982" y="491456"/>
                          <a:pt x="226092" y="491368"/>
                        </a:cubicBezTo>
                        <a:cubicBezTo>
                          <a:pt x="225113" y="491279"/>
                          <a:pt x="224133" y="491190"/>
                          <a:pt x="223154" y="491101"/>
                        </a:cubicBezTo>
                        <a:cubicBezTo>
                          <a:pt x="222086" y="491012"/>
                          <a:pt x="221107" y="490923"/>
                          <a:pt x="220128" y="490834"/>
                        </a:cubicBezTo>
                        <a:cubicBezTo>
                          <a:pt x="219238" y="490745"/>
                          <a:pt x="218348" y="490657"/>
                          <a:pt x="217458" y="490568"/>
                        </a:cubicBezTo>
                        <a:cubicBezTo>
                          <a:pt x="216389" y="490390"/>
                          <a:pt x="215321" y="490301"/>
                          <a:pt x="214342" y="490123"/>
                        </a:cubicBezTo>
                        <a:cubicBezTo>
                          <a:pt x="213452" y="490034"/>
                          <a:pt x="212651" y="489946"/>
                          <a:pt x="211850" y="489768"/>
                        </a:cubicBezTo>
                        <a:cubicBezTo>
                          <a:pt x="210693" y="489679"/>
                          <a:pt x="209624" y="489501"/>
                          <a:pt x="208556" y="489323"/>
                        </a:cubicBezTo>
                        <a:cubicBezTo>
                          <a:pt x="208200" y="489323"/>
                          <a:pt x="207933" y="489235"/>
                          <a:pt x="207577" y="489146"/>
                        </a:cubicBezTo>
                        <a:cubicBezTo>
                          <a:pt x="205174" y="488790"/>
                          <a:pt x="202770" y="488346"/>
                          <a:pt x="200278" y="487902"/>
                        </a:cubicBezTo>
                        <a:cubicBezTo>
                          <a:pt x="199388" y="487724"/>
                          <a:pt x="198409" y="487546"/>
                          <a:pt x="197519" y="487368"/>
                        </a:cubicBezTo>
                        <a:cubicBezTo>
                          <a:pt x="196629" y="487191"/>
                          <a:pt x="195738" y="487013"/>
                          <a:pt x="194848" y="486835"/>
                        </a:cubicBezTo>
                        <a:cubicBezTo>
                          <a:pt x="193869" y="486568"/>
                          <a:pt x="192801" y="486391"/>
                          <a:pt x="191733" y="486124"/>
                        </a:cubicBezTo>
                        <a:cubicBezTo>
                          <a:pt x="190932" y="485946"/>
                          <a:pt x="190220" y="485769"/>
                          <a:pt x="189419" y="485591"/>
                        </a:cubicBezTo>
                        <a:cubicBezTo>
                          <a:pt x="188261" y="485324"/>
                          <a:pt x="187104" y="485058"/>
                          <a:pt x="185858" y="484702"/>
                        </a:cubicBezTo>
                        <a:cubicBezTo>
                          <a:pt x="185235" y="484524"/>
                          <a:pt x="184612" y="484436"/>
                          <a:pt x="183989" y="484258"/>
                        </a:cubicBezTo>
                        <a:cubicBezTo>
                          <a:pt x="182565" y="483902"/>
                          <a:pt x="181229" y="483458"/>
                          <a:pt x="179805" y="483103"/>
                        </a:cubicBezTo>
                        <a:cubicBezTo>
                          <a:pt x="179449" y="483014"/>
                          <a:pt x="179004" y="482836"/>
                          <a:pt x="178648" y="482747"/>
                        </a:cubicBezTo>
                        <a:cubicBezTo>
                          <a:pt x="176868" y="482214"/>
                          <a:pt x="175088" y="481769"/>
                          <a:pt x="173307" y="481147"/>
                        </a:cubicBezTo>
                        <a:cubicBezTo>
                          <a:pt x="141975" y="471460"/>
                          <a:pt x="112690" y="455553"/>
                          <a:pt x="87321" y="434046"/>
                        </a:cubicBezTo>
                        <a:cubicBezTo>
                          <a:pt x="45307" y="474838"/>
                          <a:pt x="20562" y="530293"/>
                          <a:pt x="18248" y="588681"/>
                        </a:cubicBezTo>
                        <a:lnTo>
                          <a:pt x="129780" y="588681"/>
                        </a:lnTo>
                        <a:lnTo>
                          <a:pt x="129780" y="606722"/>
                        </a:lnTo>
                        <a:lnTo>
                          <a:pt x="0" y="606722"/>
                        </a:lnTo>
                        <a:lnTo>
                          <a:pt x="0" y="597657"/>
                        </a:lnTo>
                        <a:cubicBezTo>
                          <a:pt x="0" y="531537"/>
                          <a:pt x="26882" y="467994"/>
                          <a:pt x="74058" y="421870"/>
                        </a:cubicBezTo>
                        <a:cubicBezTo>
                          <a:pt x="28395" y="377168"/>
                          <a:pt x="0" y="314870"/>
                          <a:pt x="0" y="246173"/>
                        </a:cubicBezTo>
                        <a:cubicBezTo>
                          <a:pt x="0" y="110378"/>
                          <a:pt x="110554" y="0"/>
                          <a:pt x="24647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" name="TextBox 117">
                  <a:extLst>
                    <a:ext uri="{FF2B5EF4-FFF2-40B4-BE49-F238E27FC236}">
                      <a16:creationId xmlns:a16="http://schemas.microsoft.com/office/drawing/2014/main" id="{F08692FF-D318-443D-9DED-F5B075D22783}"/>
                    </a:ext>
                  </a:extLst>
                </p:cNvPr>
                <p:cNvSpPr txBox="1"/>
                <p:nvPr/>
              </p:nvSpPr>
              <p:spPr>
                <a:xfrm>
                  <a:off x="6070486" y="2967020"/>
                  <a:ext cx="312907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/>
                  <a:r>
                    <a:rPr lang="en-GB" sz="900" dirty="0">
                      <a:solidFill>
                        <a:srgbClr val="FFFFFF"/>
                      </a:solidFill>
                    </a:rPr>
                    <a:t>04</a:t>
                  </a:r>
                </a:p>
              </p:txBody>
            </p:sp>
          </p:grpSp>
          <p:grpSp>
            <p:nvGrpSpPr>
              <p:cNvPr id="23" name="Group 111">
                <a:extLst>
                  <a:ext uri="{FF2B5EF4-FFF2-40B4-BE49-F238E27FC236}">
                    <a16:creationId xmlns:a16="http://schemas.microsoft.com/office/drawing/2014/main" id="{74E980E1-ABA4-4296-8067-1F4B5ECD93C0}"/>
                  </a:ext>
                </a:extLst>
              </p:cNvPr>
              <p:cNvGrpSpPr/>
              <p:nvPr/>
            </p:nvGrpSpPr>
            <p:grpSpPr>
              <a:xfrm>
                <a:off x="9722375" y="1542873"/>
                <a:ext cx="628533" cy="419641"/>
                <a:chOff x="7329127" y="1542873"/>
                <a:chExt cx="628533" cy="419641"/>
              </a:xfrm>
            </p:grpSpPr>
            <p:sp>
              <p:nvSpPr>
                <p:cNvPr id="26" name="Rectangle 114">
                  <a:extLst>
                    <a:ext uri="{FF2B5EF4-FFF2-40B4-BE49-F238E27FC236}">
                      <a16:creationId xmlns:a16="http://schemas.microsoft.com/office/drawing/2014/main" id="{C2D2882D-EB1D-40D8-84A1-E9DCBC2F4732}"/>
                    </a:ext>
                  </a:extLst>
                </p:cNvPr>
                <p:cNvSpPr/>
                <p:nvPr/>
              </p:nvSpPr>
              <p:spPr>
                <a:xfrm>
                  <a:off x="7329127" y="1542873"/>
                  <a:ext cx="419641" cy="419641"/>
                </a:xfrm>
                <a:prstGeom prst="rect">
                  <a:avLst/>
                </a:prstGeom>
                <a:solidFill>
                  <a:schemeClr val="accent3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r>
                    <a:rPr lang="en-GB" b="1" dirty="0">
                      <a:solidFill>
                        <a:schemeClr val="bg1"/>
                      </a:solidFill>
                    </a:rPr>
                    <a:t>04</a:t>
                  </a:r>
                </a:p>
              </p:txBody>
            </p:sp>
            <p:cxnSp>
              <p:nvCxnSpPr>
                <p:cNvPr id="27" name="Straight Connector 115">
                  <a:extLst>
                    <a:ext uri="{FF2B5EF4-FFF2-40B4-BE49-F238E27FC236}">
                      <a16:creationId xmlns:a16="http://schemas.microsoft.com/office/drawing/2014/main" id="{1D511A60-59C7-419A-914C-11CC1C01FC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6205" y="1752694"/>
                  <a:ext cx="221455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112">
                <a:extLst>
                  <a:ext uri="{FF2B5EF4-FFF2-40B4-BE49-F238E27FC236}">
                    <a16:creationId xmlns:a16="http://schemas.microsoft.com/office/drawing/2014/main" id="{29A60A9D-EF2E-431A-B04F-EEAF0F5B3E15}"/>
                  </a:ext>
                </a:extLst>
              </p:cNvPr>
              <p:cNvSpPr txBox="1"/>
              <p:nvPr/>
            </p:nvSpPr>
            <p:spPr>
              <a:xfrm>
                <a:off x="6325231" y="1517985"/>
                <a:ext cx="3208817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/>
                <a:r>
                  <a:rPr lang="en-NZ" altLang="zh-CN" sz="1600" b="1" i="0" dirty="0">
                    <a:solidFill>
                      <a:srgbClr val="202124"/>
                    </a:solidFill>
                    <a:effectLst/>
                    <a:latin typeface="+mj-lt"/>
                  </a:rPr>
                  <a:t>Advance </a:t>
                </a:r>
                <a:r>
                  <a:rPr lang="en-NZ" altLang="zh-CN" sz="1600" b="1" dirty="0">
                    <a:effectLst/>
                    <a:latin typeface="+mj-lt"/>
                    <a:ea typeface="等线" panose="02010600030101010101" pitchFamily="2" charset="-122"/>
                    <a:cs typeface="Times New Roman" panose="02020603050405020304" pitchFamily="18" charset="0"/>
                  </a:rPr>
                  <a:t>Operational Efficiency</a:t>
                </a:r>
                <a:endParaRPr lang="zh-CN" altLang="zh-CN" sz="1600" b="1" dirty="0">
                  <a:effectLst/>
                  <a:latin typeface="+mj-lt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Box 113">
                <a:extLst>
                  <a:ext uri="{FF2B5EF4-FFF2-40B4-BE49-F238E27FC236}">
                    <a16:creationId xmlns:a16="http://schemas.microsoft.com/office/drawing/2014/main" id="{B4A917C1-6185-451B-884F-CF0CC2025E95}"/>
                  </a:ext>
                </a:extLst>
              </p:cNvPr>
              <p:cNvSpPr txBox="1"/>
              <p:nvPr/>
            </p:nvSpPr>
            <p:spPr>
              <a:xfrm>
                <a:off x="6302563" y="1888269"/>
                <a:ext cx="2784704" cy="519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NZ" altLang="zh-CN" sz="1200" dirty="0">
                    <a:effectLst/>
                    <a:latin typeface="+mn-ea"/>
                    <a:cs typeface="Times New Roman" panose="02020603050405020304" pitchFamily="18" charset="0"/>
                  </a:rPr>
                  <a:t>Reduce human errors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NZ" altLang="zh-CN" sz="1200" dirty="0">
                    <a:effectLst/>
                    <a:latin typeface="+mn-ea"/>
                    <a:cs typeface="Times New Roman" panose="02020603050405020304" pitchFamily="18" charset="0"/>
                  </a:rPr>
                  <a:t>Highlight chef’s specials</a:t>
                </a:r>
                <a:endParaRPr lang="zh-CN" altLang="en-US" sz="1200" dirty="0">
                  <a:latin typeface="+mn-ea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71503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E312712-D194-F2FD-61C4-DF3B1F0D10FE}"/>
              </a:ext>
            </a:extLst>
          </p:cNvPr>
          <p:cNvGrpSpPr/>
          <p:nvPr/>
        </p:nvGrpSpPr>
        <p:grpSpPr>
          <a:xfrm>
            <a:off x="660400" y="1191855"/>
            <a:ext cx="10858500" cy="4761462"/>
            <a:chOff x="660400" y="1191855"/>
            <a:chExt cx="10858500" cy="4761462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DAA5C0C-BC9E-0DFC-5FA6-352F86BDD510}"/>
                </a:ext>
              </a:extLst>
            </p:cNvPr>
            <p:cNvGrpSpPr/>
            <p:nvPr/>
          </p:nvGrpSpPr>
          <p:grpSpPr>
            <a:xfrm>
              <a:off x="1410417" y="2734296"/>
              <a:ext cx="3088495" cy="1231557"/>
              <a:chOff x="1410417" y="2734296"/>
              <a:chExt cx="3088495" cy="123155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212D47C-1142-16D3-025E-009E546141AE}"/>
                  </a:ext>
                </a:extLst>
              </p:cNvPr>
              <p:cNvSpPr/>
              <p:nvPr/>
            </p:nvSpPr>
            <p:spPr bwMode="auto">
              <a:xfrm>
                <a:off x="1410417" y="3229048"/>
                <a:ext cx="3088495" cy="736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kumimoji="1" lang="fr-FR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Manage menu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kumimoji="1" lang="fr-FR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Manage accounts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kumimoji="1" lang="fr-FR" altLang="zh-CN" sz="1200" dirty="0">
                    <a:latin typeface="Arial" panose="020B0604020202020204" pitchFamily="34" charset="0"/>
                    <a:ea typeface="微软雅黑" panose="020B0503020204020204" pitchFamily="34" charset="-122"/>
                  </a:rPr>
                  <a:t>Manage QR codes</a:t>
                </a:r>
                <a:endParaRPr kumimoji="1" lang="zh-CN" altLang="en-US" sz="12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8909CF-8DB2-74B4-C856-A9B355A084E9}"/>
                  </a:ext>
                </a:extLst>
              </p:cNvPr>
              <p:cNvSpPr txBox="1"/>
              <p:nvPr/>
            </p:nvSpPr>
            <p:spPr bwMode="auto">
              <a:xfrm>
                <a:off x="1410417" y="2734296"/>
                <a:ext cx="3088495" cy="494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NZ" altLang="zh-CN" sz="1600" b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</a:rPr>
                  <a:t>Administrator</a:t>
                </a:r>
                <a:endParaRPr lang="zh-CN" altLang="en-US" sz="1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B5911F2-4F02-DD2B-92BC-2CE549757550}"/>
                </a:ext>
              </a:extLst>
            </p:cNvPr>
            <p:cNvGrpSpPr/>
            <p:nvPr/>
          </p:nvGrpSpPr>
          <p:grpSpPr>
            <a:xfrm>
              <a:off x="4426926" y="2633172"/>
              <a:ext cx="3325448" cy="3320145"/>
              <a:chOff x="4426926" y="2633172"/>
              <a:chExt cx="3325448" cy="3320145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D36B33-97ED-A2E3-217A-6944EF2A679E}"/>
                  </a:ext>
                </a:extLst>
              </p:cNvPr>
              <p:cNvSpPr/>
              <p:nvPr/>
            </p:nvSpPr>
            <p:spPr bwMode="auto">
              <a:xfrm>
                <a:off x="5313046" y="2671075"/>
                <a:ext cx="1590854" cy="1587275"/>
              </a:xfrm>
              <a:custGeom>
                <a:avLst/>
                <a:gdLst>
                  <a:gd name="T0" fmla="*/ 969 w 1776"/>
                  <a:gd name="T1" fmla="*/ 4 h 1774"/>
                  <a:gd name="T2" fmla="*/ 1124 w 1776"/>
                  <a:gd name="T3" fmla="*/ 32 h 1774"/>
                  <a:gd name="T4" fmla="*/ 1268 w 1776"/>
                  <a:gd name="T5" fmla="*/ 86 h 1774"/>
                  <a:gd name="T6" fmla="*/ 1400 w 1776"/>
                  <a:gd name="T7" fmla="*/ 163 h 1774"/>
                  <a:gd name="T8" fmla="*/ 1516 w 1776"/>
                  <a:gd name="T9" fmla="*/ 260 h 1774"/>
                  <a:gd name="T10" fmla="*/ 1614 w 1776"/>
                  <a:gd name="T11" fmla="*/ 376 h 1774"/>
                  <a:gd name="T12" fmla="*/ 1691 w 1776"/>
                  <a:gd name="T13" fmla="*/ 507 h 1774"/>
                  <a:gd name="T14" fmla="*/ 1745 w 1776"/>
                  <a:gd name="T15" fmla="*/ 652 h 1774"/>
                  <a:gd name="T16" fmla="*/ 1773 w 1776"/>
                  <a:gd name="T17" fmla="*/ 807 h 1774"/>
                  <a:gd name="T18" fmla="*/ 1776 w 1776"/>
                  <a:gd name="T19" fmla="*/ 887 h 1774"/>
                  <a:gd name="T20" fmla="*/ 1770 w 1776"/>
                  <a:gd name="T21" fmla="*/ 990 h 1774"/>
                  <a:gd name="T22" fmla="*/ 1737 w 1776"/>
                  <a:gd name="T23" fmla="*/ 1147 h 1774"/>
                  <a:gd name="T24" fmla="*/ 1677 w 1776"/>
                  <a:gd name="T25" fmla="*/ 1294 h 1774"/>
                  <a:gd name="T26" fmla="*/ 1594 w 1776"/>
                  <a:gd name="T27" fmla="*/ 1424 h 1774"/>
                  <a:gd name="T28" fmla="*/ 1489 w 1776"/>
                  <a:gd name="T29" fmla="*/ 1539 h 1774"/>
                  <a:gd name="T30" fmla="*/ 1367 w 1776"/>
                  <a:gd name="T31" fmla="*/ 1634 h 1774"/>
                  <a:gd name="T32" fmla="*/ 1228 w 1776"/>
                  <a:gd name="T33" fmla="*/ 1706 h 1774"/>
                  <a:gd name="T34" fmla="*/ 1076 w 1776"/>
                  <a:gd name="T35" fmla="*/ 1753 h 1774"/>
                  <a:gd name="T36" fmla="*/ 946 w 1776"/>
                  <a:gd name="T37" fmla="*/ 1772 h 1774"/>
                  <a:gd name="T38" fmla="*/ 888 w 1776"/>
                  <a:gd name="T39" fmla="*/ 1774 h 1774"/>
                  <a:gd name="T40" fmla="*/ 872 w 1776"/>
                  <a:gd name="T41" fmla="*/ 1692 h 1774"/>
                  <a:gd name="T42" fmla="*/ 831 w 1776"/>
                  <a:gd name="T43" fmla="*/ 1536 h 1774"/>
                  <a:gd name="T44" fmla="*/ 765 w 1776"/>
                  <a:gd name="T45" fmla="*/ 1392 h 1774"/>
                  <a:gd name="T46" fmla="*/ 678 w 1776"/>
                  <a:gd name="T47" fmla="*/ 1261 h 1774"/>
                  <a:gd name="T48" fmla="*/ 572 w 1776"/>
                  <a:gd name="T49" fmla="*/ 1146 h 1774"/>
                  <a:gd name="T50" fmla="*/ 449 w 1776"/>
                  <a:gd name="T51" fmla="*/ 1048 h 1774"/>
                  <a:gd name="T52" fmla="*/ 311 w 1776"/>
                  <a:gd name="T53" fmla="*/ 971 h 1774"/>
                  <a:gd name="T54" fmla="*/ 161 w 1776"/>
                  <a:gd name="T55" fmla="*/ 917 h 1774"/>
                  <a:gd name="T56" fmla="*/ 0 w 1776"/>
                  <a:gd name="T57" fmla="*/ 887 h 1774"/>
                  <a:gd name="T58" fmla="*/ 15 w 1776"/>
                  <a:gd name="T59" fmla="*/ 727 h 1774"/>
                  <a:gd name="T60" fmla="*/ 56 w 1776"/>
                  <a:gd name="T61" fmla="*/ 577 h 1774"/>
                  <a:gd name="T62" fmla="*/ 122 w 1776"/>
                  <a:gd name="T63" fmla="*/ 440 h 1774"/>
                  <a:gd name="T64" fmla="*/ 210 w 1776"/>
                  <a:gd name="T65" fmla="*/ 316 h 1774"/>
                  <a:gd name="T66" fmla="*/ 316 w 1776"/>
                  <a:gd name="T67" fmla="*/ 209 h 1774"/>
                  <a:gd name="T68" fmla="*/ 441 w 1776"/>
                  <a:gd name="T69" fmla="*/ 121 h 1774"/>
                  <a:gd name="T70" fmla="*/ 579 w 1776"/>
                  <a:gd name="T71" fmla="*/ 57 h 1774"/>
                  <a:gd name="T72" fmla="*/ 729 w 1776"/>
                  <a:gd name="T73" fmla="*/ 15 h 1774"/>
                  <a:gd name="T74" fmla="*/ 888 w 1776"/>
                  <a:gd name="T75" fmla="*/ 0 h 1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76" h="1774">
                    <a:moveTo>
                      <a:pt x="888" y="0"/>
                    </a:moveTo>
                    <a:lnTo>
                      <a:pt x="969" y="4"/>
                    </a:lnTo>
                    <a:lnTo>
                      <a:pt x="1048" y="15"/>
                    </a:lnTo>
                    <a:lnTo>
                      <a:pt x="1124" y="32"/>
                    </a:lnTo>
                    <a:lnTo>
                      <a:pt x="1198" y="57"/>
                    </a:lnTo>
                    <a:lnTo>
                      <a:pt x="1268" y="86"/>
                    </a:lnTo>
                    <a:lnTo>
                      <a:pt x="1337" y="121"/>
                    </a:lnTo>
                    <a:lnTo>
                      <a:pt x="1400" y="163"/>
                    </a:lnTo>
                    <a:lnTo>
                      <a:pt x="1460" y="209"/>
                    </a:lnTo>
                    <a:lnTo>
                      <a:pt x="1516" y="260"/>
                    </a:lnTo>
                    <a:lnTo>
                      <a:pt x="1567" y="316"/>
                    </a:lnTo>
                    <a:lnTo>
                      <a:pt x="1614" y="376"/>
                    </a:lnTo>
                    <a:lnTo>
                      <a:pt x="1655" y="440"/>
                    </a:lnTo>
                    <a:lnTo>
                      <a:pt x="1691" y="507"/>
                    </a:lnTo>
                    <a:lnTo>
                      <a:pt x="1720" y="577"/>
                    </a:lnTo>
                    <a:lnTo>
                      <a:pt x="1745" y="652"/>
                    </a:lnTo>
                    <a:lnTo>
                      <a:pt x="1762" y="727"/>
                    </a:lnTo>
                    <a:lnTo>
                      <a:pt x="1773" y="807"/>
                    </a:lnTo>
                    <a:lnTo>
                      <a:pt x="1776" y="887"/>
                    </a:lnTo>
                    <a:lnTo>
                      <a:pt x="1776" y="887"/>
                    </a:lnTo>
                    <a:lnTo>
                      <a:pt x="1775" y="939"/>
                    </a:lnTo>
                    <a:lnTo>
                      <a:pt x="1770" y="990"/>
                    </a:lnTo>
                    <a:lnTo>
                      <a:pt x="1757" y="1070"/>
                    </a:lnTo>
                    <a:lnTo>
                      <a:pt x="1737" y="1147"/>
                    </a:lnTo>
                    <a:lnTo>
                      <a:pt x="1710" y="1222"/>
                    </a:lnTo>
                    <a:lnTo>
                      <a:pt x="1677" y="1294"/>
                    </a:lnTo>
                    <a:lnTo>
                      <a:pt x="1638" y="1361"/>
                    </a:lnTo>
                    <a:lnTo>
                      <a:pt x="1594" y="1424"/>
                    </a:lnTo>
                    <a:lnTo>
                      <a:pt x="1544" y="1484"/>
                    </a:lnTo>
                    <a:lnTo>
                      <a:pt x="1489" y="1539"/>
                    </a:lnTo>
                    <a:lnTo>
                      <a:pt x="1431" y="1589"/>
                    </a:lnTo>
                    <a:lnTo>
                      <a:pt x="1367" y="1634"/>
                    </a:lnTo>
                    <a:lnTo>
                      <a:pt x="1299" y="1673"/>
                    </a:lnTo>
                    <a:lnTo>
                      <a:pt x="1228" y="1706"/>
                    </a:lnTo>
                    <a:lnTo>
                      <a:pt x="1153" y="1733"/>
                    </a:lnTo>
                    <a:lnTo>
                      <a:pt x="1076" y="1753"/>
                    </a:lnTo>
                    <a:lnTo>
                      <a:pt x="997" y="1767"/>
                    </a:lnTo>
                    <a:lnTo>
                      <a:pt x="946" y="1772"/>
                    </a:lnTo>
                    <a:lnTo>
                      <a:pt x="893" y="1773"/>
                    </a:lnTo>
                    <a:lnTo>
                      <a:pt x="888" y="1774"/>
                    </a:lnTo>
                    <a:lnTo>
                      <a:pt x="883" y="1773"/>
                    </a:lnTo>
                    <a:lnTo>
                      <a:pt x="872" y="1692"/>
                    </a:lnTo>
                    <a:lnTo>
                      <a:pt x="854" y="1613"/>
                    </a:lnTo>
                    <a:lnTo>
                      <a:pt x="831" y="1536"/>
                    </a:lnTo>
                    <a:lnTo>
                      <a:pt x="800" y="1463"/>
                    </a:lnTo>
                    <a:lnTo>
                      <a:pt x="765" y="1392"/>
                    </a:lnTo>
                    <a:lnTo>
                      <a:pt x="724" y="1325"/>
                    </a:lnTo>
                    <a:lnTo>
                      <a:pt x="678" y="1261"/>
                    </a:lnTo>
                    <a:lnTo>
                      <a:pt x="627" y="1201"/>
                    </a:lnTo>
                    <a:lnTo>
                      <a:pt x="572" y="1146"/>
                    </a:lnTo>
                    <a:lnTo>
                      <a:pt x="512" y="1095"/>
                    </a:lnTo>
                    <a:lnTo>
                      <a:pt x="449" y="1048"/>
                    </a:lnTo>
                    <a:lnTo>
                      <a:pt x="382" y="1007"/>
                    </a:lnTo>
                    <a:lnTo>
                      <a:pt x="311" y="971"/>
                    </a:lnTo>
                    <a:lnTo>
                      <a:pt x="237" y="941"/>
                    </a:lnTo>
                    <a:lnTo>
                      <a:pt x="161" y="917"/>
                    </a:lnTo>
                    <a:lnTo>
                      <a:pt x="82" y="898"/>
                    </a:lnTo>
                    <a:lnTo>
                      <a:pt x="0" y="887"/>
                    </a:lnTo>
                    <a:lnTo>
                      <a:pt x="4" y="807"/>
                    </a:lnTo>
                    <a:lnTo>
                      <a:pt x="15" y="727"/>
                    </a:lnTo>
                    <a:lnTo>
                      <a:pt x="32" y="652"/>
                    </a:lnTo>
                    <a:lnTo>
                      <a:pt x="56" y="577"/>
                    </a:lnTo>
                    <a:lnTo>
                      <a:pt x="87" y="507"/>
                    </a:lnTo>
                    <a:lnTo>
                      <a:pt x="122" y="440"/>
                    </a:lnTo>
                    <a:lnTo>
                      <a:pt x="164" y="376"/>
                    </a:lnTo>
                    <a:lnTo>
                      <a:pt x="210" y="316"/>
                    </a:lnTo>
                    <a:lnTo>
                      <a:pt x="261" y="260"/>
                    </a:lnTo>
                    <a:lnTo>
                      <a:pt x="316" y="209"/>
                    </a:lnTo>
                    <a:lnTo>
                      <a:pt x="376" y="163"/>
                    </a:lnTo>
                    <a:lnTo>
                      <a:pt x="441" y="121"/>
                    </a:lnTo>
                    <a:lnTo>
                      <a:pt x="508" y="86"/>
                    </a:lnTo>
                    <a:lnTo>
                      <a:pt x="579" y="57"/>
                    </a:lnTo>
                    <a:lnTo>
                      <a:pt x="652" y="32"/>
                    </a:lnTo>
                    <a:lnTo>
                      <a:pt x="729" y="15"/>
                    </a:lnTo>
                    <a:lnTo>
                      <a:pt x="807" y="4"/>
                    </a:lnTo>
                    <a:lnTo>
                      <a:pt x="88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3765"/>
                <a:endParaRPr 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14A2317-DEA2-A864-5139-3E6B5D81019C}"/>
                  </a:ext>
                </a:extLst>
              </p:cNvPr>
              <p:cNvSpPr/>
              <p:nvPr/>
            </p:nvSpPr>
            <p:spPr bwMode="auto">
              <a:xfrm>
                <a:off x="5384368" y="2633172"/>
                <a:ext cx="573152" cy="571494"/>
              </a:xfrm>
              <a:custGeom>
                <a:avLst/>
                <a:gdLst>
                  <a:gd name="T0" fmla="*/ 345 w 691"/>
                  <a:gd name="T1" fmla="*/ 0 h 689"/>
                  <a:gd name="T2" fmla="*/ 397 w 691"/>
                  <a:gd name="T3" fmla="*/ 4 h 689"/>
                  <a:gd name="T4" fmla="*/ 446 w 691"/>
                  <a:gd name="T5" fmla="*/ 15 h 689"/>
                  <a:gd name="T6" fmla="*/ 491 w 691"/>
                  <a:gd name="T7" fmla="*/ 32 h 689"/>
                  <a:gd name="T8" fmla="*/ 534 w 691"/>
                  <a:gd name="T9" fmla="*/ 55 h 689"/>
                  <a:gd name="T10" fmla="*/ 571 w 691"/>
                  <a:gd name="T11" fmla="*/ 84 h 689"/>
                  <a:gd name="T12" fmla="*/ 606 w 691"/>
                  <a:gd name="T13" fmla="*/ 118 h 689"/>
                  <a:gd name="T14" fmla="*/ 635 w 691"/>
                  <a:gd name="T15" fmla="*/ 156 h 689"/>
                  <a:gd name="T16" fmla="*/ 658 w 691"/>
                  <a:gd name="T17" fmla="*/ 199 h 689"/>
                  <a:gd name="T18" fmla="*/ 676 w 691"/>
                  <a:gd name="T19" fmla="*/ 245 h 689"/>
                  <a:gd name="T20" fmla="*/ 687 w 691"/>
                  <a:gd name="T21" fmla="*/ 294 h 689"/>
                  <a:gd name="T22" fmla="*/ 691 w 691"/>
                  <a:gd name="T23" fmla="*/ 344 h 689"/>
                  <a:gd name="T24" fmla="*/ 687 w 691"/>
                  <a:gd name="T25" fmla="*/ 395 h 689"/>
                  <a:gd name="T26" fmla="*/ 676 w 691"/>
                  <a:gd name="T27" fmla="*/ 444 h 689"/>
                  <a:gd name="T28" fmla="*/ 658 w 691"/>
                  <a:gd name="T29" fmla="*/ 491 h 689"/>
                  <a:gd name="T30" fmla="*/ 635 w 691"/>
                  <a:gd name="T31" fmla="*/ 532 h 689"/>
                  <a:gd name="T32" fmla="*/ 606 w 691"/>
                  <a:gd name="T33" fmla="*/ 571 h 689"/>
                  <a:gd name="T34" fmla="*/ 571 w 691"/>
                  <a:gd name="T35" fmla="*/ 605 h 689"/>
                  <a:gd name="T36" fmla="*/ 534 w 691"/>
                  <a:gd name="T37" fmla="*/ 634 h 689"/>
                  <a:gd name="T38" fmla="*/ 491 w 691"/>
                  <a:gd name="T39" fmla="*/ 658 h 689"/>
                  <a:gd name="T40" fmla="*/ 446 w 691"/>
                  <a:gd name="T41" fmla="*/ 675 h 689"/>
                  <a:gd name="T42" fmla="*/ 397 w 691"/>
                  <a:gd name="T43" fmla="*/ 686 h 689"/>
                  <a:gd name="T44" fmla="*/ 345 w 691"/>
                  <a:gd name="T45" fmla="*/ 689 h 689"/>
                  <a:gd name="T46" fmla="*/ 294 w 691"/>
                  <a:gd name="T47" fmla="*/ 686 h 689"/>
                  <a:gd name="T48" fmla="*/ 245 w 691"/>
                  <a:gd name="T49" fmla="*/ 675 h 689"/>
                  <a:gd name="T50" fmla="*/ 200 w 691"/>
                  <a:gd name="T51" fmla="*/ 658 h 689"/>
                  <a:gd name="T52" fmla="*/ 157 w 691"/>
                  <a:gd name="T53" fmla="*/ 634 h 689"/>
                  <a:gd name="T54" fmla="*/ 118 w 691"/>
                  <a:gd name="T55" fmla="*/ 605 h 689"/>
                  <a:gd name="T56" fmla="*/ 85 w 691"/>
                  <a:gd name="T57" fmla="*/ 571 h 689"/>
                  <a:gd name="T58" fmla="*/ 56 w 691"/>
                  <a:gd name="T59" fmla="*/ 532 h 689"/>
                  <a:gd name="T60" fmla="*/ 33 w 691"/>
                  <a:gd name="T61" fmla="*/ 491 h 689"/>
                  <a:gd name="T62" fmla="*/ 14 w 691"/>
                  <a:gd name="T63" fmla="*/ 444 h 689"/>
                  <a:gd name="T64" fmla="*/ 3 w 691"/>
                  <a:gd name="T65" fmla="*/ 395 h 689"/>
                  <a:gd name="T66" fmla="*/ 0 w 691"/>
                  <a:gd name="T67" fmla="*/ 344 h 689"/>
                  <a:gd name="T68" fmla="*/ 3 w 691"/>
                  <a:gd name="T69" fmla="*/ 294 h 689"/>
                  <a:gd name="T70" fmla="*/ 14 w 691"/>
                  <a:gd name="T71" fmla="*/ 245 h 689"/>
                  <a:gd name="T72" fmla="*/ 33 w 691"/>
                  <a:gd name="T73" fmla="*/ 199 h 689"/>
                  <a:gd name="T74" fmla="*/ 56 w 691"/>
                  <a:gd name="T75" fmla="*/ 156 h 689"/>
                  <a:gd name="T76" fmla="*/ 85 w 691"/>
                  <a:gd name="T77" fmla="*/ 118 h 689"/>
                  <a:gd name="T78" fmla="*/ 118 w 691"/>
                  <a:gd name="T79" fmla="*/ 84 h 689"/>
                  <a:gd name="T80" fmla="*/ 157 w 691"/>
                  <a:gd name="T81" fmla="*/ 55 h 689"/>
                  <a:gd name="T82" fmla="*/ 200 w 691"/>
                  <a:gd name="T83" fmla="*/ 32 h 689"/>
                  <a:gd name="T84" fmla="*/ 245 w 691"/>
                  <a:gd name="T85" fmla="*/ 15 h 689"/>
                  <a:gd name="T86" fmla="*/ 294 w 691"/>
                  <a:gd name="T87" fmla="*/ 4 h 689"/>
                  <a:gd name="T88" fmla="*/ 345 w 691"/>
                  <a:gd name="T89" fmla="*/ 0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91" h="689">
                    <a:moveTo>
                      <a:pt x="345" y="0"/>
                    </a:moveTo>
                    <a:lnTo>
                      <a:pt x="397" y="4"/>
                    </a:lnTo>
                    <a:lnTo>
                      <a:pt x="446" y="15"/>
                    </a:lnTo>
                    <a:lnTo>
                      <a:pt x="491" y="32"/>
                    </a:lnTo>
                    <a:lnTo>
                      <a:pt x="534" y="55"/>
                    </a:lnTo>
                    <a:lnTo>
                      <a:pt x="571" y="84"/>
                    </a:lnTo>
                    <a:lnTo>
                      <a:pt x="606" y="118"/>
                    </a:lnTo>
                    <a:lnTo>
                      <a:pt x="635" y="156"/>
                    </a:lnTo>
                    <a:lnTo>
                      <a:pt x="658" y="199"/>
                    </a:lnTo>
                    <a:lnTo>
                      <a:pt x="676" y="245"/>
                    </a:lnTo>
                    <a:lnTo>
                      <a:pt x="687" y="294"/>
                    </a:lnTo>
                    <a:lnTo>
                      <a:pt x="691" y="344"/>
                    </a:lnTo>
                    <a:lnTo>
                      <a:pt x="687" y="395"/>
                    </a:lnTo>
                    <a:lnTo>
                      <a:pt x="676" y="444"/>
                    </a:lnTo>
                    <a:lnTo>
                      <a:pt x="658" y="491"/>
                    </a:lnTo>
                    <a:lnTo>
                      <a:pt x="635" y="532"/>
                    </a:lnTo>
                    <a:lnTo>
                      <a:pt x="606" y="571"/>
                    </a:lnTo>
                    <a:lnTo>
                      <a:pt x="571" y="605"/>
                    </a:lnTo>
                    <a:lnTo>
                      <a:pt x="534" y="634"/>
                    </a:lnTo>
                    <a:lnTo>
                      <a:pt x="491" y="658"/>
                    </a:lnTo>
                    <a:lnTo>
                      <a:pt x="446" y="675"/>
                    </a:lnTo>
                    <a:lnTo>
                      <a:pt x="397" y="686"/>
                    </a:lnTo>
                    <a:lnTo>
                      <a:pt x="345" y="689"/>
                    </a:lnTo>
                    <a:lnTo>
                      <a:pt x="294" y="686"/>
                    </a:lnTo>
                    <a:lnTo>
                      <a:pt x="245" y="675"/>
                    </a:lnTo>
                    <a:lnTo>
                      <a:pt x="200" y="658"/>
                    </a:lnTo>
                    <a:lnTo>
                      <a:pt x="157" y="634"/>
                    </a:lnTo>
                    <a:lnTo>
                      <a:pt x="118" y="605"/>
                    </a:lnTo>
                    <a:lnTo>
                      <a:pt x="85" y="571"/>
                    </a:lnTo>
                    <a:lnTo>
                      <a:pt x="56" y="532"/>
                    </a:lnTo>
                    <a:lnTo>
                      <a:pt x="33" y="491"/>
                    </a:lnTo>
                    <a:lnTo>
                      <a:pt x="14" y="444"/>
                    </a:lnTo>
                    <a:lnTo>
                      <a:pt x="3" y="395"/>
                    </a:lnTo>
                    <a:lnTo>
                      <a:pt x="0" y="344"/>
                    </a:lnTo>
                    <a:lnTo>
                      <a:pt x="3" y="294"/>
                    </a:lnTo>
                    <a:lnTo>
                      <a:pt x="14" y="245"/>
                    </a:lnTo>
                    <a:lnTo>
                      <a:pt x="33" y="199"/>
                    </a:lnTo>
                    <a:lnTo>
                      <a:pt x="56" y="156"/>
                    </a:lnTo>
                    <a:lnTo>
                      <a:pt x="85" y="118"/>
                    </a:lnTo>
                    <a:lnTo>
                      <a:pt x="118" y="84"/>
                    </a:lnTo>
                    <a:lnTo>
                      <a:pt x="157" y="55"/>
                    </a:lnTo>
                    <a:lnTo>
                      <a:pt x="200" y="32"/>
                    </a:lnTo>
                    <a:lnTo>
                      <a:pt x="245" y="15"/>
                    </a:lnTo>
                    <a:lnTo>
                      <a:pt x="294" y="4"/>
                    </a:lnTo>
                    <a:lnTo>
                      <a:pt x="34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6350" cap="rnd">
                <a:solidFill>
                  <a:schemeClr val="bg1"/>
                </a:solidFill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2000" b="1">
                    <a:solidFill>
                      <a:schemeClr val="bg1"/>
                    </a:solidFill>
                  </a:rPr>
                  <a:t>1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A64D690-DF5D-8BCD-F06D-93712D429995}"/>
                  </a:ext>
                </a:extLst>
              </p:cNvPr>
              <p:cNvSpPr/>
              <p:nvPr/>
            </p:nvSpPr>
            <p:spPr bwMode="auto">
              <a:xfrm>
                <a:off x="6109368" y="3462027"/>
                <a:ext cx="1589064" cy="1587275"/>
              </a:xfrm>
              <a:custGeom>
                <a:avLst/>
                <a:gdLst>
                  <a:gd name="T0" fmla="*/ 969 w 1777"/>
                  <a:gd name="T1" fmla="*/ 4 h 1774"/>
                  <a:gd name="T2" fmla="*/ 1124 w 1777"/>
                  <a:gd name="T3" fmla="*/ 32 h 1774"/>
                  <a:gd name="T4" fmla="*/ 1268 w 1777"/>
                  <a:gd name="T5" fmla="*/ 85 h 1774"/>
                  <a:gd name="T6" fmla="*/ 1400 w 1777"/>
                  <a:gd name="T7" fmla="*/ 162 h 1774"/>
                  <a:gd name="T8" fmla="*/ 1516 w 1777"/>
                  <a:gd name="T9" fmla="*/ 260 h 1774"/>
                  <a:gd name="T10" fmla="*/ 1614 w 1777"/>
                  <a:gd name="T11" fmla="*/ 376 h 1774"/>
                  <a:gd name="T12" fmla="*/ 1691 w 1777"/>
                  <a:gd name="T13" fmla="*/ 507 h 1774"/>
                  <a:gd name="T14" fmla="*/ 1745 w 1777"/>
                  <a:gd name="T15" fmla="*/ 651 h 1774"/>
                  <a:gd name="T16" fmla="*/ 1773 w 1777"/>
                  <a:gd name="T17" fmla="*/ 806 h 1774"/>
                  <a:gd name="T18" fmla="*/ 1773 w 1777"/>
                  <a:gd name="T19" fmla="*/ 967 h 1774"/>
                  <a:gd name="T20" fmla="*/ 1745 w 1777"/>
                  <a:gd name="T21" fmla="*/ 1122 h 1774"/>
                  <a:gd name="T22" fmla="*/ 1691 w 1777"/>
                  <a:gd name="T23" fmla="*/ 1266 h 1774"/>
                  <a:gd name="T24" fmla="*/ 1614 w 1777"/>
                  <a:gd name="T25" fmla="*/ 1398 h 1774"/>
                  <a:gd name="T26" fmla="*/ 1516 w 1777"/>
                  <a:gd name="T27" fmla="*/ 1514 h 1774"/>
                  <a:gd name="T28" fmla="*/ 1400 w 1777"/>
                  <a:gd name="T29" fmla="*/ 1611 h 1774"/>
                  <a:gd name="T30" fmla="*/ 1268 w 1777"/>
                  <a:gd name="T31" fmla="*/ 1688 h 1774"/>
                  <a:gd name="T32" fmla="*/ 1124 w 1777"/>
                  <a:gd name="T33" fmla="*/ 1742 h 1774"/>
                  <a:gd name="T34" fmla="*/ 969 w 1777"/>
                  <a:gd name="T35" fmla="*/ 1770 h 1774"/>
                  <a:gd name="T36" fmla="*/ 883 w 1777"/>
                  <a:gd name="T37" fmla="*/ 1774 h 1774"/>
                  <a:gd name="T38" fmla="*/ 780 w 1777"/>
                  <a:gd name="T39" fmla="*/ 1766 h 1774"/>
                  <a:gd name="T40" fmla="*/ 623 w 1777"/>
                  <a:gd name="T41" fmla="*/ 1733 h 1774"/>
                  <a:gd name="T42" fmla="*/ 479 w 1777"/>
                  <a:gd name="T43" fmla="*/ 1674 h 1774"/>
                  <a:gd name="T44" fmla="*/ 348 w 1777"/>
                  <a:gd name="T45" fmla="*/ 1589 h 1774"/>
                  <a:gd name="T46" fmla="*/ 233 w 1777"/>
                  <a:gd name="T47" fmla="*/ 1486 h 1774"/>
                  <a:gd name="T48" fmla="*/ 139 w 1777"/>
                  <a:gd name="T49" fmla="*/ 1363 h 1774"/>
                  <a:gd name="T50" fmla="*/ 67 w 1777"/>
                  <a:gd name="T51" fmla="*/ 1225 h 1774"/>
                  <a:gd name="T52" fmla="*/ 21 w 1777"/>
                  <a:gd name="T53" fmla="*/ 1075 h 1774"/>
                  <a:gd name="T54" fmla="*/ 3 w 1777"/>
                  <a:gd name="T55" fmla="*/ 944 h 1774"/>
                  <a:gd name="T56" fmla="*/ 0 w 1777"/>
                  <a:gd name="T57" fmla="*/ 887 h 1774"/>
                  <a:gd name="T58" fmla="*/ 161 w 1777"/>
                  <a:gd name="T59" fmla="*/ 857 h 1774"/>
                  <a:gd name="T60" fmla="*/ 310 w 1777"/>
                  <a:gd name="T61" fmla="*/ 803 h 1774"/>
                  <a:gd name="T62" fmla="*/ 449 w 1777"/>
                  <a:gd name="T63" fmla="*/ 726 h 1774"/>
                  <a:gd name="T64" fmla="*/ 572 w 1777"/>
                  <a:gd name="T65" fmla="*/ 628 h 1774"/>
                  <a:gd name="T66" fmla="*/ 678 w 1777"/>
                  <a:gd name="T67" fmla="*/ 512 h 1774"/>
                  <a:gd name="T68" fmla="*/ 765 w 1777"/>
                  <a:gd name="T69" fmla="*/ 382 h 1774"/>
                  <a:gd name="T70" fmla="*/ 831 w 1777"/>
                  <a:gd name="T71" fmla="*/ 238 h 1774"/>
                  <a:gd name="T72" fmla="*/ 872 w 1777"/>
                  <a:gd name="T73" fmla="*/ 82 h 1774"/>
                  <a:gd name="T74" fmla="*/ 888 w 1777"/>
                  <a:gd name="T75" fmla="*/ 0 h 1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77" h="1774">
                    <a:moveTo>
                      <a:pt x="888" y="0"/>
                    </a:moveTo>
                    <a:lnTo>
                      <a:pt x="969" y="4"/>
                    </a:lnTo>
                    <a:lnTo>
                      <a:pt x="1047" y="14"/>
                    </a:lnTo>
                    <a:lnTo>
                      <a:pt x="1124" y="32"/>
                    </a:lnTo>
                    <a:lnTo>
                      <a:pt x="1197" y="56"/>
                    </a:lnTo>
                    <a:lnTo>
                      <a:pt x="1268" y="85"/>
                    </a:lnTo>
                    <a:lnTo>
                      <a:pt x="1336" y="122"/>
                    </a:lnTo>
                    <a:lnTo>
                      <a:pt x="1400" y="162"/>
                    </a:lnTo>
                    <a:lnTo>
                      <a:pt x="1460" y="208"/>
                    </a:lnTo>
                    <a:lnTo>
                      <a:pt x="1516" y="260"/>
                    </a:lnTo>
                    <a:lnTo>
                      <a:pt x="1568" y="316"/>
                    </a:lnTo>
                    <a:lnTo>
                      <a:pt x="1614" y="376"/>
                    </a:lnTo>
                    <a:lnTo>
                      <a:pt x="1654" y="439"/>
                    </a:lnTo>
                    <a:lnTo>
                      <a:pt x="1691" y="507"/>
                    </a:lnTo>
                    <a:lnTo>
                      <a:pt x="1720" y="578"/>
                    </a:lnTo>
                    <a:lnTo>
                      <a:pt x="1745" y="651"/>
                    </a:lnTo>
                    <a:lnTo>
                      <a:pt x="1762" y="727"/>
                    </a:lnTo>
                    <a:lnTo>
                      <a:pt x="1773" y="806"/>
                    </a:lnTo>
                    <a:lnTo>
                      <a:pt x="1777" y="887"/>
                    </a:lnTo>
                    <a:lnTo>
                      <a:pt x="1773" y="967"/>
                    </a:lnTo>
                    <a:lnTo>
                      <a:pt x="1762" y="1045"/>
                    </a:lnTo>
                    <a:lnTo>
                      <a:pt x="1745" y="1122"/>
                    </a:lnTo>
                    <a:lnTo>
                      <a:pt x="1720" y="1195"/>
                    </a:lnTo>
                    <a:lnTo>
                      <a:pt x="1691" y="1266"/>
                    </a:lnTo>
                    <a:lnTo>
                      <a:pt x="1654" y="1333"/>
                    </a:lnTo>
                    <a:lnTo>
                      <a:pt x="1614" y="1398"/>
                    </a:lnTo>
                    <a:lnTo>
                      <a:pt x="1568" y="1458"/>
                    </a:lnTo>
                    <a:lnTo>
                      <a:pt x="1516" y="1514"/>
                    </a:lnTo>
                    <a:lnTo>
                      <a:pt x="1460" y="1565"/>
                    </a:lnTo>
                    <a:lnTo>
                      <a:pt x="1400" y="1611"/>
                    </a:lnTo>
                    <a:lnTo>
                      <a:pt x="1336" y="1652"/>
                    </a:lnTo>
                    <a:lnTo>
                      <a:pt x="1268" y="1688"/>
                    </a:lnTo>
                    <a:lnTo>
                      <a:pt x="1197" y="1718"/>
                    </a:lnTo>
                    <a:lnTo>
                      <a:pt x="1124" y="1742"/>
                    </a:lnTo>
                    <a:lnTo>
                      <a:pt x="1047" y="1759"/>
                    </a:lnTo>
                    <a:lnTo>
                      <a:pt x="969" y="1770"/>
                    </a:lnTo>
                    <a:lnTo>
                      <a:pt x="888" y="1774"/>
                    </a:lnTo>
                    <a:lnTo>
                      <a:pt x="883" y="1774"/>
                    </a:lnTo>
                    <a:lnTo>
                      <a:pt x="831" y="1771"/>
                    </a:lnTo>
                    <a:lnTo>
                      <a:pt x="780" y="1766"/>
                    </a:lnTo>
                    <a:lnTo>
                      <a:pt x="700" y="1753"/>
                    </a:lnTo>
                    <a:lnTo>
                      <a:pt x="623" y="1733"/>
                    </a:lnTo>
                    <a:lnTo>
                      <a:pt x="549" y="1707"/>
                    </a:lnTo>
                    <a:lnTo>
                      <a:pt x="479" y="1674"/>
                    </a:lnTo>
                    <a:lnTo>
                      <a:pt x="411" y="1635"/>
                    </a:lnTo>
                    <a:lnTo>
                      <a:pt x="348" y="1589"/>
                    </a:lnTo>
                    <a:lnTo>
                      <a:pt x="288" y="1539"/>
                    </a:lnTo>
                    <a:lnTo>
                      <a:pt x="233" y="1486"/>
                    </a:lnTo>
                    <a:lnTo>
                      <a:pt x="185" y="1426"/>
                    </a:lnTo>
                    <a:lnTo>
                      <a:pt x="139" y="1363"/>
                    </a:lnTo>
                    <a:lnTo>
                      <a:pt x="100" y="1295"/>
                    </a:lnTo>
                    <a:lnTo>
                      <a:pt x="67" y="1225"/>
                    </a:lnTo>
                    <a:lnTo>
                      <a:pt x="40" y="1151"/>
                    </a:lnTo>
                    <a:lnTo>
                      <a:pt x="21" y="1075"/>
                    </a:lnTo>
                    <a:lnTo>
                      <a:pt x="7" y="995"/>
                    </a:lnTo>
                    <a:lnTo>
                      <a:pt x="3" y="944"/>
                    </a:lnTo>
                    <a:lnTo>
                      <a:pt x="0" y="892"/>
                    </a:lnTo>
                    <a:lnTo>
                      <a:pt x="0" y="887"/>
                    </a:lnTo>
                    <a:lnTo>
                      <a:pt x="82" y="875"/>
                    </a:lnTo>
                    <a:lnTo>
                      <a:pt x="161" y="857"/>
                    </a:lnTo>
                    <a:lnTo>
                      <a:pt x="237" y="833"/>
                    </a:lnTo>
                    <a:lnTo>
                      <a:pt x="310" y="803"/>
                    </a:lnTo>
                    <a:lnTo>
                      <a:pt x="381" y="766"/>
                    </a:lnTo>
                    <a:lnTo>
                      <a:pt x="449" y="726"/>
                    </a:lnTo>
                    <a:lnTo>
                      <a:pt x="512" y="679"/>
                    </a:lnTo>
                    <a:lnTo>
                      <a:pt x="572" y="628"/>
                    </a:lnTo>
                    <a:lnTo>
                      <a:pt x="627" y="572"/>
                    </a:lnTo>
                    <a:lnTo>
                      <a:pt x="678" y="512"/>
                    </a:lnTo>
                    <a:lnTo>
                      <a:pt x="723" y="449"/>
                    </a:lnTo>
                    <a:lnTo>
                      <a:pt x="765" y="382"/>
                    </a:lnTo>
                    <a:lnTo>
                      <a:pt x="800" y="311"/>
                    </a:lnTo>
                    <a:lnTo>
                      <a:pt x="831" y="238"/>
                    </a:lnTo>
                    <a:lnTo>
                      <a:pt x="854" y="161"/>
                    </a:lnTo>
                    <a:lnTo>
                      <a:pt x="872" y="82"/>
                    </a:lnTo>
                    <a:lnTo>
                      <a:pt x="883" y="0"/>
                    </a:lnTo>
                    <a:lnTo>
                      <a:pt x="88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3765"/>
                <a:endParaRPr 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D0288E1-AF87-5352-BE1C-A20D2086208E}"/>
                  </a:ext>
                </a:extLst>
              </p:cNvPr>
              <p:cNvSpPr/>
              <p:nvPr/>
            </p:nvSpPr>
            <p:spPr bwMode="auto">
              <a:xfrm>
                <a:off x="7179222" y="3506441"/>
                <a:ext cx="573152" cy="571494"/>
              </a:xfrm>
              <a:custGeom>
                <a:avLst/>
                <a:gdLst>
                  <a:gd name="T0" fmla="*/ 346 w 691"/>
                  <a:gd name="T1" fmla="*/ 0 h 689"/>
                  <a:gd name="T2" fmla="*/ 397 w 691"/>
                  <a:gd name="T3" fmla="*/ 4 h 689"/>
                  <a:gd name="T4" fmla="*/ 446 w 691"/>
                  <a:gd name="T5" fmla="*/ 15 h 689"/>
                  <a:gd name="T6" fmla="*/ 491 w 691"/>
                  <a:gd name="T7" fmla="*/ 32 h 689"/>
                  <a:gd name="T8" fmla="*/ 534 w 691"/>
                  <a:gd name="T9" fmla="*/ 55 h 689"/>
                  <a:gd name="T10" fmla="*/ 573 w 691"/>
                  <a:gd name="T11" fmla="*/ 84 h 689"/>
                  <a:gd name="T12" fmla="*/ 606 w 691"/>
                  <a:gd name="T13" fmla="*/ 118 h 689"/>
                  <a:gd name="T14" fmla="*/ 635 w 691"/>
                  <a:gd name="T15" fmla="*/ 157 h 689"/>
                  <a:gd name="T16" fmla="*/ 660 w 691"/>
                  <a:gd name="T17" fmla="*/ 199 h 689"/>
                  <a:gd name="T18" fmla="*/ 677 w 691"/>
                  <a:gd name="T19" fmla="*/ 245 h 689"/>
                  <a:gd name="T20" fmla="*/ 688 w 691"/>
                  <a:gd name="T21" fmla="*/ 294 h 689"/>
                  <a:gd name="T22" fmla="*/ 691 w 691"/>
                  <a:gd name="T23" fmla="*/ 345 h 689"/>
                  <a:gd name="T24" fmla="*/ 688 w 691"/>
                  <a:gd name="T25" fmla="*/ 395 h 689"/>
                  <a:gd name="T26" fmla="*/ 677 w 691"/>
                  <a:gd name="T27" fmla="*/ 444 h 689"/>
                  <a:gd name="T28" fmla="*/ 660 w 691"/>
                  <a:gd name="T29" fmla="*/ 490 h 689"/>
                  <a:gd name="T30" fmla="*/ 635 w 691"/>
                  <a:gd name="T31" fmla="*/ 532 h 689"/>
                  <a:gd name="T32" fmla="*/ 606 w 691"/>
                  <a:gd name="T33" fmla="*/ 571 h 689"/>
                  <a:gd name="T34" fmla="*/ 573 w 691"/>
                  <a:gd name="T35" fmla="*/ 605 h 689"/>
                  <a:gd name="T36" fmla="*/ 534 w 691"/>
                  <a:gd name="T37" fmla="*/ 634 h 689"/>
                  <a:gd name="T38" fmla="*/ 491 w 691"/>
                  <a:gd name="T39" fmla="*/ 658 h 689"/>
                  <a:gd name="T40" fmla="*/ 446 w 691"/>
                  <a:gd name="T41" fmla="*/ 675 h 689"/>
                  <a:gd name="T42" fmla="*/ 397 w 691"/>
                  <a:gd name="T43" fmla="*/ 686 h 689"/>
                  <a:gd name="T44" fmla="*/ 346 w 691"/>
                  <a:gd name="T45" fmla="*/ 689 h 689"/>
                  <a:gd name="T46" fmla="*/ 294 w 691"/>
                  <a:gd name="T47" fmla="*/ 686 h 689"/>
                  <a:gd name="T48" fmla="*/ 245 w 691"/>
                  <a:gd name="T49" fmla="*/ 675 h 689"/>
                  <a:gd name="T50" fmla="*/ 200 w 691"/>
                  <a:gd name="T51" fmla="*/ 658 h 689"/>
                  <a:gd name="T52" fmla="*/ 157 w 691"/>
                  <a:gd name="T53" fmla="*/ 634 h 689"/>
                  <a:gd name="T54" fmla="*/ 120 w 691"/>
                  <a:gd name="T55" fmla="*/ 605 h 689"/>
                  <a:gd name="T56" fmla="*/ 85 w 691"/>
                  <a:gd name="T57" fmla="*/ 571 h 689"/>
                  <a:gd name="T58" fmla="*/ 56 w 691"/>
                  <a:gd name="T59" fmla="*/ 532 h 689"/>
                  <a:gd name="T60" fmla="*/ 33 w 691"/>
                  <a:gd name="T61" fmla="*/ 490 h 689"/>
                  <a:gd name="T62" fmla="*/ 14 w 691"/>
                  <a:gd name="T63" fmla="*/ 444 h 689"/>
                  <a:gd name="T64" fmla="*/ 3 w 691"/>
                  <a:gd name="T65" fmla="*/ 395 h 689"/>
                  <a:gd name="T66" fmla="*/ 0 w 691"/>
                  <a:gd name="T67" fmla="*/ 345 h 689"/>
                  <a:gd name="T68" fmla="*/ 3 w 691"/>
                  <a:gd name="T69" fmla="*/ 294 h 689"/>
                  <a:gd name="T70" fmla="*/ 14 w 691"/>
                  <a:gd name="T71" fmla="*/ 245 h 689"/>
                  <a:gd name="T72" fmla="*/ 33 w 691"/>
                  <a:gd name="T73" fmla="*/ 199 h 689"/>
                  <a:gd name="T74" fmla="*/ 56 w 691"/>
                  <a:gd name="T75" fmla="*/ 157 h 689"/>
                  <a:gd name="T76" fmla="*/ 85 w 691"/>
                  <a:gd name="T77" fmla="*/ 118 h 689"/>
                  <a:gd name="T78" fmla="*/ 120 w 691"/>
                  <a:gd name="T79" fmla="*/ 84 h 689"/>
                  <a:gd name="T80" fmla="*/ 157 w 691"/>
                  <a:gd name="T81" fmla="*/ 55 h 689"/>
                  <a:gd name="T82" fmla="*/ 200 w 691"/>
                  <a:gd name="T83" fmla="*/ 32 h 689"/>
                  <a:gd name="T84" fmla="*/ 245 w 691"/>
                  <a:gd name="T85" fmla="*/ 15 h 689"/>
                  <a:gd name="T86" fmla="*/ 294 w 691"/>
                  <a:gd name="T87" fmla="*/ 4 h 689"/>
                  <a:gd name="T88" fmla="*/ 346 w 691"/>
                  <a:gd name="T89" fmla="*/ 0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91" h="689">
                    <a:moveTo>
                      <a:pt x="346" y="0"/>
                    </a:moveTo>
                    <a:lnTo>
                      <a:pt x="397" y="4"/>
                    </a:lnTo>
                    <a:lnTo>
                      <a:pt x="446" y="15"/>
                    </a:lnTo>
                    <a:lnTo>
                      <a:pt x="491" y="32"/>
                    </a:lnTo>
                    <a:lnTo>
                      <a:pt x="534" y="55"/>
                    </a:lnTo>
                    <a:lnTo>
                      <a:pt x="573" y="84"/>
                    </a:lnTo>
                    <a:lnTo>
                      <a:pt x="606" y="118"/>
                    </a:lnTo>
                    <a:lnTo>
                      <a:pt x="635" y="157"/>
                    </a:lnTo>
                    <a:lnTo>
                      <a:pt x="660" y="199"/>
                    </a:lnTo>
                    <a:lnTo>
                      <a:pt x="677" y="245"/>
                    </a:lnTo>
                    <a:lnTo>
                      <a:pt x="688" y="294"/>
                    </a:lnTo>
                    <a:lnTo>
                      <a:pt x="691" y="345"/>
                    </a:lnTo>
                    <a:lnTo>
                      <a:pt x="688" y="395"/>
                    </a:lnTo>
                    <a:lnTo>
                      <a:pt x="677" y="444"/>
                    </a:lnTo>
                    <a:lnTo>
                      <a:pt x="660" y="490"/>
                    </a:lnTo>
                    <a:lnTo>
                      <a:pt x="635" y="532"/>
                    </a:lnTo>
                    <a:lnTo>
                      <a:pt x="606" y="571"/>
                    </a:lnTo>
                    <a:lnTo>
                      <a:pt x="573" y="605"/>
                    </a:lnTo>
                    <a:lnTo>
                      <a:pt x="534" y="634"/>
                    </a:lnTo>
                    <a:lnTo>
                      <a:pt x="491" y="658"/>
                    </a:lnTo>
                    <a:lnTo>
                      <a:pt x="446" y="675"/>
                    </a:lnTo>
                    <a:lnTo>
                      <a:pt x="397" y="686"/>
                    </a:lnTo>
                    <a:lnTo>
                      <a:pt x="346" y="689"/>
                    </a:lnTo>
                    <a:lnTo>
                      <a:pt x="294" y="686"/>
                    </a:lnTo>
                    <a:lnTo>
                      <a:pt x="245" y="675"/>
                    </a:lnTo>
                    <a:lnTo>
                      <a:pt x="200" y="658"/>
                    </a:lnTo>
                    <a:lnTo>
                      <a:pt x="157" y="634"/>
                    </a:lnTo>
                    <a:lnTo>
                      <a:pt x="120" y="605"/>
                    </a:lnTo>
                    <a:lnTo>
                      <a:pt x="85" y="571"/>
                    </a:lnTo>
                    <a:lnTo>
                      <a:pt x="56" y="532"/>
                    </a:lnTo>
                    <a:lnTo>
                      <a:pt x="33" y="490"/>
                    </a:lnTo>
                    <a:lnTo>
                      <a:pt x="14" y="444"/>
                    </a:lnTo>
                    <a:lnTo>
                      <a:pt x="3" y="395"/>
                    </a:lnTo>
                    <a:lnTo>
                      <a:pt x="0" y="345"/>
                    </a:lnTo>
                    <a:lnTo>
                      <a:pt x="3" y="294"/>
                    </a:lnTo>
                    <a:lnTo>
                      <a:pt x="14" y="245"/>
                    </a:lnTo>
                    <a:lnTo>
                      <a:pt x="33" y="199"/>
                    </a:lnTo>
                    <a:lnTo>
                      <a:pt x="56" y="157"/>
                    </a:lnTo>
                    <a:lnTo>
                      <a:pt x="85" y="118"/>
                    </a:lnTo>
                    <a:lnTo>
                      <a:pt x="120" y="84"/>
                    </a:lnTo>
                    <a:lnTo>
                      <a:pt x="157" y="55"/>
                    </a:lnTo>
                    <a:lnTo>
                      <a:pt x="200" y="32"/>
                    </a:lnTo>
                    <a:lnTo>
                      <a:pt x="245" y="15"/>
                    </a:lnTo>
                    <a:lnTo>
                      <a:pt x="294" y="4"/>
                    </a:lnTo>
                    <a:lnTo>
                      <a:pt x="34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6350" cap="rnd">
                <a:solidFill>
                  <a:schemeClr val="bg1"/>
                </a:solidFill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2000" b="1">
                    <a:solidFill>
                      <a:schemeClr val="bg1"/>
                    </a:solidFill>
                  </a:rPr>
                  <a:t>2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145EECA-8596-73D9-A4EA-2412E0B52024}"/>
                  </a:ext>
                </a:extLst>
              </p:cNvPr>
              <p:cNvSpPr/>
              <p:nvPr/>
            </p:nvSpPr>
            <p:spPr bwMode="auto">
              <a:xfrm>
                <a:off x="5309467" y="4256559"/>
                <a:ext cx="1589064" cy="1585485"/>
              </a:xfrm>
              <a:custGeom>
                <a:avLst/>
                <a:gdLst>
                  <a:gd name="T0" fmla="*/ 893 w 1776"/>
                  <a:gd name="T1" fmla="*/ 0 h 1772"/>
                  <a:gd name="T2" fmla="*/ 922 w 1776"/>
                  <a:gd name="T3" fmla="*/ 160 h 1772"/>
                  <a:gd name="T4" fmla="*/ 977 w 1776"/>
                  <a:gd name="T5" fmla="*/ 308 h 1772"/>
                  <a:gd name="T6" fmla="*/ 1054 w 1776"/>
                  <a:gd name="T7" fmla="*/ 446 h 1772"/>
                  <a:gd name="T8" fmla="*/ 1151 w 1776"/>
                  <a:gd name="T9" fmla="*/ 568 h 1772"/>
                  <a:gd name="T10" fmla="*/ 1266 w 1776"/>
                  <a:gd name="T11" fmla="*/ 674 h 1772"/>
                  <a:gd name="T12" fmla="*/ 1396 w 1776"/>
                  <a:gd name="T13" fmla="*/ 761 h 1772"/>
                  <a:gd name="T14" fmla="*/ 1539 w 1776"/>
                  <a:gd name="T15" fmla="*/ 827 h 1772"/>
                  <a:gd name="T16" fmla="*/ 1695 w 1776"/>
                  <a:gd name="T17" fmla="*/ 870 h 1772"/>
                  <a:gd name="T18" fmla="*/ 1776 w 1776"/>
                  <a:gd name="T19" fmla="*/ 887 h 1772"/>
                  <a:gd name="T20" fmla="*/ 1762 w 1776"/>
                  <a:gd name="T21" fmla="*/ 1045 h 1772"/>
                  <a:gd name="T22" fmla="*/ 1720 w 1776"/>
                  <a:gd name="T23" fmla="*/ 1195 h 1772"/>
                  <a:gd name="T24" fmla="*/ 1654 w 1776"/>
                  <a:gd name="T25" fmla="*/ 1333 h 1772"/>
                  <a:gd name="T26" fmla="*/ 1566 w 1776"/>
                  <a:gd name="T27" fmla="*/ 1458 h 1772"/>
                  <a:gd name="T28" fmla="*/ 1460 w 1776"/>
                  <a:gd name="T29" fmla="*/ 1564 h 1772"/>
                  <a:gd name="T30" fmla="*/ 1335 w 1776"/>
                  <a:gd name="T31" fmla="*/ 1652 h 1772"/>
                  <a:gd name="T32" fmla="*/ 1197 w 1776"/>
                  <a:gd name="T33" fmla="*/ 1717 h 1772"/>
                  <a:gd name="T34" fmla="*/ 1047 w 1776"/>
                  <a:gd name="T35" fmla="*/ 1759 h 1772"/>
                  <a:gd name="T36" fmla="*/ 888 w 1776"/>
                  <a:gd name="T37" fmla="*/ 1772 h 1772"/>
                  <a:gd name="T38" fmla="*/ 728 w 1776"/>
                  <a:gd name="T39" fmla="*/ 1759 h 1772"/>
                  <a:gd name="T40" fmla="*/ 578 w 1776"/>
                  <a:gd name="T41" fmla="*/ 1717 h 1772"/>
                  <a:gd name="T42" fmla="*/ 440 w 1776"/>
                  <a:gd name="T43" fmla="*/ 1652 h 1772"/>
                  <a:gd name="T44" fmla="*/ 316 w 1776"/>
                  <a:gd name="T45" fmla="*/ 1564 h 1772"/>
                  <a:gd name="T46" fmla="*/ 209 w 1776"/>
                  <a:gd name="T47" fmla="*/ 1458 h 1772"/>
                  <a:gd name="T48" fmla="*/ 121 w 1776"/>
                  <a:gd name="T49" fmla="*/ 1333 h 1772"/>
                  <a:gd name="T50" fmla="*/ 56 w 1776"/>
                  <a:gd name="T51" fmla="*/ 1195 h 1772"/>
                  <a:gd name="T52" fmla="*/ 15 w 1776"/>
                  <a:gd name="T53" fmla="*/ 1045 h 1772"/>
                  <a:gd name="T54" fmla="*/ 0 w 1776"/>
                  <a:gd name="T55" fmla="*/ 887 h 1772"/>
                  <a:gd name="T56" fmla="*/ 2 w 1776"/>
                  <a:gd name="T57" fmla="*/ 829 h 1772"/>
                  <a:gd name="T58" fmla="*/ 20 w 1776"/>
                  <a:gd name="T59" fmla="*/ 699 h 1772"/>
                  <a:gd name="T60" fmla="*/ 67 w 1776"/>
                  <a:gd name="T61" fmla="*/ 547 h 1772"/>
                  <a:gd name="T62" fmla="*/ 139 w 1776"/>
                  <a:gd name="T63" fmla="*/ 410 h 1772"/>
                  <a:gd name="T64" fmla="*/ 233 w 1776"/>
                  <a:gd name="T65" fmla="*/ 288 h 1772"/>
                  <a:gd name="T66" fmla="*/ 347 w 1776"/>
                  <a:gd name="T67" fmla="*/ 184 h 1772"/>
                  <a:gd name="T68" fmla="*/ 478 w 1776"/>
                  <a:gd name="T69" fmla="*/ 100 h 1772"/>
                  <a:gd name="T70" fmla="*/ 623 w 1776"/>
                  <a:gd name="T71" fmla="*/ 40 h 1772"/>
                  <a:gd name="T72" fmla="*/ 779 w 1776"/>
                  <a:gd name="T73" fmla="*/ 6 h 1772"/>
                  <a:gd name="T74" fmla="*/ 883 w 1776"/>
                  <a:gd name="T75" fmla="*/ 0 h 17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76" h="1772">
                    <a:moveTo>
                      <a:pt x="888" y="0"/>
                    </a:moveTo>
                    <a:lnTo>
                      <a:pt x="893" y="0"/>
                    </a:lnTo>
                    <a:lnTo>
                      <a:pt x="905" y="80"/>
                    </a:lnTo>
                    <a:lnTo>
                      <a:pt x="922" y="160"/>
                    </a:lnTo>
                    <a:lnTo>
                      <a:pt x="947" y="235"/>
                    </a:lnTo>
                    <a:lnTo>
                      <a:pt x="977" y="308"/>
                    </a:lnTo>
                    <a:lnTo>
                      <a:pt x="1013" y="379"/>
                    </a:lnTo>
                    <a:lnTo>
                      <a:pt x="1054" y="446"/>
                    </a:lnTo>
                    <a:lnTo>
                      <a:pt x="1100" y="510"/>
                    </a:lnTo>
                    <a:lnTo>
                      <a:pt x="1151" y="568"/>
                    </a:lnTo>
                    <a:lnTo>
                      <a:pt x="1206" y="624"/>
                    </a:lnTo>
                    <a:lnTo>
                      <a:pt x="1266" y="674"/>
                    </a:lnTo>
                    <a:lnTo>
                      <a:pt x="1329" y="721"/>
                    </a:lnTo>
                    <a:lnTo>
                      <a:pt x="1396" y="761"/>
                    </a:lnTo>
                    <a:lnTo>
                      <a:pt x="1466" y="798"/>
                    </a:lnTo>
                    <a:lnTo>
                      <a:pt x="1539" y="827"/>
                    </a:lnTo>
                    <a:lnTo>
                      <a:pt x="1616" y="851"/>
                    </a:lnTo>
                    <a:lnTo>
                      <a:pt x="1695" y="870"/>
                    </a:lnTo>
                    <a:lnTo>
                      <a:pt x="1775" y="881"/>
                    </a:lnTo>
                    <a:lnTo>
                      <a:pt x="1776" y="887"/>
                    </a:lnTo>
                    <a:lnTo>
                      <a:pt x="1773" y="967"/>
                    </a:lnTo>
                    <a:lnTo>
                      <a:pt x="1762" y="1045"/>
                    </a:lnTo>
                    <a:lnTo>
                      <a:pt x="1745" y="1122"/>
                    </a:lnTo>
                    <a:lnTo>
                      <a:pt x="1720" y="1195"/>
                    </a:lnTo>
                    <a:lnTo>
                      <a:pt x="1690" y="1266"/>
                    </a:lnTo>
                    <a:lnTo>
                      <a:pt x="1654" y="1333"/>
                    </a:lnTo>
                    <a:lnTo>
                      <a:pt x="1613" y="1398"/>
                    </a:lnTo>
                    <a:lnTo>
                      <a:pt x="1566" y="1458"/>
                    </a:lnTo>
                    <a:lnTo>
                      <a:pt x="1515" y="1512"/>
                    </a:lnTo>
                    <a:lnTo>
                      <a:pt x="1460" y="1564"/>
                    </a:lnTo>
                    <a:lnTo>
                      <a:pt x="1400" y="1610"/>
                    </a:lnTo>
                    <a:lnTo>
                      <a:pt x="1335" y="1652"/>
                    </a:lnTo>
                    <a:lnTo>
                      <a:pt x="1268" y="1687"/>
                    </a:lnTo>
                    <a:lnTo>
                      <a:pt x="1197" y="1717"/>
                    </a:lnTo>
                    <a:lnTo>
                      <a:pt x="1124" y="1741"/>
                    </a:lnTo>
                    <a:lnTo>
                      <a:pt x="1047" y="1759"/>
                    </a:lnTo>
                    <a:lnTo>
                      <a:pt x="969" y="1770"/>
                    </a:lnTo>
                    <a:lnTo>
                      <a:pt x="888" y="1772"/>
                    </a:lnTo>
                    <a:lnTo>
                      <a:pt x="808" y="1770"/>
                    </a:lnTo>
                    <a:lnTo>
                      <a:pt x="728" y="1759"/>
                    </a:lnTo>
                    <a:lnTo>
                      <a:pt x="652" y="1741"/>
                    </a:lnTo>
                    <a:lnTo>
                      <a:pt x="578" y="1717"/>
                    </a:lnTo>
                    <a:lnTo>
                      <a:pt x="508" y="1687"/>
                    </a:lnTo>
                    <a:lnTo>
                      <a:pt x="440" y="1652"/>
                    </a:lnTo>
                    <a:lnTo>
                      <a:pt x="376" y="1610"/>
                    </a:lnTo>
                    <a:lnTo>
                      <a:pt x="316" y="1564"/>
                    </a:lnTo>
                    <a:lnTo>
                      <a:pt x="260" y="1512"/>
                    </a:lnTo>
                    <a:lnTo>
                      <a:pt x="209" y="1458"/>
                    </a:lnTo>
                    <a:lnTo>
                      <a:pt x="162" y="1398"/>
                    </a:lnTo>
                    <a:lnTo>
                      <a:pt x="121" y="1333"/>
                    </a:lnTo>
                    <a:lnTo>
                      <a:pt x="85" y="1266"/>
                    </a:lnTo>
                    <a:lnTo>
                      <a:pt x="56" y="1195"/>
                    </a:lnTo>
                    <a:lnTo>
                      <a:pt x="32" y="1122"/>
                    </a:lnTo>
                    <a:lnTo>
                      <a:pt x="15" y="1045"/>
                    </a:lnTo>
                    <a:lnTo>
                      <a:pt x="4" y="967"/>
                    </a:lnTo>
                    <a:lnTo>
                      <a:pt x="0" y="887"/>
                    </a:lnTo>
                    <a:lnTo>
                      <a:pt x="0" y="881"/>
                    </a:lnTo>
                    <a:lnTo>
                      <a:pt x="2" y="829"/>
                    </a:lnTo>
                    <a:lnTo>
                      <a:pt x="6" y="778"/>
                    </a:lnTo>
                    <a:lnTo>
                      <a:pt x="20" y="699"/>
                    </a:lnTo>
                    <a:lnTo>
                      <a:pt x="40" y="622"/>
                    </a:lnTo>
                    <a:lnTo>
                      <a:pt x="67" y="547"/>
                    </a:lnTo>
                    <a:lnTo>
                      <a:pt x="100" y="477"/>
                    </a:lnTo>
                    <a:lnTo>
                      <a:pt x="139" y="410"/>
                    </a:lnTo>
                    <a:lnTo>
                      <a:pt x="184" y="346"/>
                    </a:lnTo>
                    <a:lnTo>
                      <a:pt x="233" y="288"/>
                    </a:lnTo>
                    <a:lnTo>
                      <a:pt x="288" y="233"/>
                    </a:lnTo>
                    <a:lnTo>
                      <a:pt x="347" y="184"/>
                    </a:lnTo>
                    <a:lnTo>
                      <a:pt x="410" y="139"/>
                    </a:lnTo>
                    <a:lnTo>
                      <a:pt x="478" y="100"/>
                    </a:lnTo>
                    <a:lnTo>
                      <a:pt x="549" y="67"/>
                    </a:lnTo>
                    <a:lnTo>
                      <a:pt x="623" y="40"/>
                    </a:lnTo>
                    <a:lnTo>
                      <a:pt x="700" y="19"/>
                    </a:lnTo>
                    <a:lnTo>
                      <a:pt x="779" y="6"/>
                    </a:lnTo>
                    <a:lnTo>
                      <a:pt x="831" y="2"/>
                    </a:lnTo>
                    <a:lnTo>
                      <a:pt x="883" y="0"/>
                    </a:lnTo>
                    <a:lnTo>
                      <a:pt x="88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257D6F3-E9BA-F353-C384-F2D0A1964623}"/>
                  </a:ext>
                </a:extLst>
              </p:cNvPr>
              <p:cNvSpPr/>
              <p:nvPr/>
            </p:nvSpPr>
            <p:spPr bwMode="auto">
              <a:xfrm>
                <a:off x="6388203" y="5381823"/>
                <a:ext cx="571496" cy="571494"/>
              </a:xfrm>
              <a:custGeom>
                <a:avLst/>
                <a:gdLst>
                  <a:gd name="T0" fmla="*/ 345 w 690"/>
                  <a:gd name="T1" fmla="*/ 0 h 689"/>
                  <a:gd name="T2" fmla="*/ 396 w 690"/>
                  <a:gd name="T3" fmla="*/ 4 h 689"/>
                  <a:gd name="T4" fmla="*/ 445 w 690"/>
                  <a:gd name="T5" fmla="*/ 13 h 689"/>
                  <a:gd name="T6" fmla="*/ 491 w 690"/>
                  <a:gd name="T7" fmla="*/ 32 h 689"/>
                  <a:gd name="T8" fmla="*/ 533 w 690"/>
                  <a:gd name="T9" fmla="*/ 55 h 689"/>
                  <a:gd name="T10" fmla="*/ 572 w 690"/>
                  <a:gd name="T11" fmla="*/ 84 h 689"/>
                  <a:gd name="T12" fmla="*/ 606 w 690"/>
                  <a:gd name="T13" fmla="*/ 118 h 689"/>
                  <a:gd name="T14" fmla="*/ 635 w 690"/>
                  <a:gd name="T15" fmla="*/ 156 h 689"/>
                  <a:gd name="T16" fmla="*/ 659 w 690"/>
                  <a:gd name="T17" fmla="*/ 199 h 689"/>
                  <a:gd name="T18" fmla="*/ 676 w 690"/>
                  <a:gd name="T19" fmla="*/ 245 h 689"/>
                  <a:gd name="T20" fmla="*/ 687 w 690"/>
                  <a:gd name="T21" fmla="*/ 293 h 689"/>
                  <a:gd name="T22" fmla="*/ 690 w 690"/>
                  <a:gd name="T23" fmla="*/ 344 h 689"/>
                  <a:gd name="T24" fmla="*/ 687 w 690"/>
                  <a:gd name="T25" fmla="*/ 395 h 689"/>
                  <a:gd name="T26" fmla="*/ 676 w 690"/>
                  <a:gd name="T27" fmla="*/ 444 h 689"/>
                  <a:gd name="T28" fmla="*/ 659 w 690"/>
                  <a:gd name="T29" fmla="*/ 489 h 689"/>
                  <a:gd name="T30" fmla="*/ 635 w 690"/>
                  <a:gd name="T31" fmla="*/ 532 h 689"/>
                  <a:gd name="T32" fmla="*/ 606 w 690"/>
                  <a:gd name="T33" fmla="*/ 571 h 689"/>
                  <a:gd name="T34" fmla="*/ 572 w 690"/>
                  <a:gd name="T35" fmla="*/ 605 h 689"/>
                  <a:gd name="T36" fmla="*/ 533 w 690"/>
                  <a:gd name="T37" fmla="*/ 633 h 689"/>
                  <a:gd name="T38" fmla="*/ 491 w 690"/>
                  <a:gd name="T39" fmla="*/ 657 h 689"/>
                  <a:gd name="T40" fmla="*/ 445 w 690"/>
                  <a:gd name="T41" fmla="*/ 674 h 689"/>
                  <a:gd name="T42" fmla="*/ 396 w 690"/>
                  <a:gd name="T43" fmla="*/ 685 h 689"/>
                  <a:gd name="T44" fmla="*/ 345 w 690"/>
                  <a:gd name="T45" fmla="*/ 689 h 689"/>
                  <a:gd name="T46" fmla="*/ 294 w 690"/>
                  <a:gd name="T47" fmla="*/ 685 h 689"/>
                  <a:gd name="T48" fmla="*/ 246 w 690"/>
                  <a:gd name="T49" fmla="*/ 674 h 689"/>
                  <a:gd name="T50" fmla="*/ 199 w 690"/>
                  <a:gd name="T51" fmla="*/ 657 h 689"/>
                  <a:gd name="T52" fmla="*/ 156 w 690"/>
                  <a:gd name="T53" fmla="*/ 633 h 689"/>
                  <a:gd name="T54" fmla="*/ 119 w 690"/>
                  <a:gd name="T55" fmla="*/ 605 h 689"/>
                  <a:gd name="T56" fmla="*/ 84 w 690"/>
                  <a:gd name="T57" fmla="*/ 571 h 689"/>
                  <a:gd name="T58" fmla="*/ 55 w 690"/>
                  <a:gd name="T59" fmla="*/ 532 h 689"/>
                  <a:gd name="T60" fmla="*/ 32 w 690"/>
                  <a:gd name="T61" fmla="*/ 489 h 689"/>
                  <a:gd name="T62" fmla="*/ 15 w 690"/>
                  <a:gd name="T63" fmla="*/ 444 h 689"/>
                  <a:gd name="T64" fmla="*/ 4 w 690"/>
                  <a:gd name="T65" fmla="*/ 395 h 689"/>
                  <a:gd name="T66" fmla="*/ 0 w 690"/>
                  <a:gd name="T67" fmla="*/ 344 h 689"/>
                  <a:gd name="T68" fmla="*/ 4 w 690"/>
                  <a:gd name="T69" fmla="*/ 293 h 689"/>
                  <a:gd name="T70" fmla="*/ 15 w 690"/>
                  <a:gd name="T71" fmla="*/ 245 h 689"/>
                  <a:gd name="T72" fmla="*/ 32 w 690"/>
                  <a:gd name="T73" fmla="*/ 199 h 689"/>
                  <a:gd name="T74" fmla="*/ 55 w 690"/>
                  <a:gd name="T75" fmla="*/ 156 h 689"/>
                  <a:gd name="T76" fmla="*/ 84 w 690"/>
                  <a:gd name="T77" fmla="*/ 118 h 689"/>
                  <a:gd name="T78" fmla="*/ 119 w 690"/>
                  <a:gd name="T79" fmla="*/ 84 h 689"/>
                  <a:gd name="T80" fmla="*/ 156 w 690"/>
                  <a:gd name="T81" fmla="*/ 55 h 689"/>
                  <a:gd name="T82" fmla="*/ 199 w 690"/>
                  <a:gd name="T83" fmla="*/ 32 h 689"/>
                  <a:gd name="T84" fmla="*/ 246 w 690"/>
                  <a:gd name="T85" fmla="*/ 13 h 689"/>
                  <a:gd name="T86" fmla="*/ 294 w 690"/>
                  <a:gd name="T87" fmla="*/ 4 h 689"/>
                  <a:gd name="T88" fmla="*/ 345 w 690"/>
                  <a:gd name="T89" fmla="*/ 0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90" h="689">
                    <a:moveTo>
                      <a:pt x="345" y="0"/>
                    </a:moveTo>
                    <a:lnTo>
                      <a:pt x="396" y="4"/>
                    </a:lnTo>
                    <a:lnTo>
                      <a:pt x="445" y="13"/>
                    </a:lnTo>
                    <a:lnTo>
                      <a:pt x="491" y="32"/>
                    </a:lnTo>
                    <a:lnTo>
                      <a:pt x="533" y="55"/>
                    </a:lnTo>
                    <a:lnTo>
                      <a:pt x="572" y="84"/>
                    </a:lnTo>
                    <a:lnTo>
                      <a:pt x="606" y="118"/>
                    </a:lnTo>
                    <a:lnTo>
                      <a:pt x="635" y="156"/>
                    </a:lnTo>
                    <a:lnTo>
                      <a:pt x="659" y="199"/>
                    </a:lnTo>
                    <a:lnTo>
                      <a:pt x="676" y="245"/>
                    </a:lnTo>
                    <a:lnTo>
                      <a:pt x="687" y="293"/>
                    </a:lnTo>
                    <a:lnTo>
                      <a:pt x="690" y="344"/>
                    </a:lnTo>
                    <a:lnTo>
                      <a:pt x="687" y="395"/>
                    </a:lnTo>
                    <a:lnTo>
                      <a:pt x="676" y="444"/>
                    </a:lnTo>
                    <a:lnTo>
                      <a:pt x="659" y="489"/>
                    </a:lnTo>
                    <a:lnTo>
                      <a:pt x="635" y="532"/>
                    </a:lnTo>
                    <a:lnTo>
                      <a:pt x="606" y="571"/>
                    </a:lnTo>
                    <a:lnTo>
                      <a:pt x="572" y="605"/>
                    </a:lnTo>
                    <a:lnTo>
                      <a:pt x="533" y="633"/>
                    </a:lnTo>
                    <a:lnTo>
                      <a:pt x="491" y="657"/>
                    </a:lnTo>
                    <a:lnTo>
                      <a:pt x="445" y="674"/>
                    </a:lnTo>
                    <a:lnTo>
                      <a:pt x="396" y="685"/>
                    </a:lnTo>
                    <a:lnTo>
                      <a:pt x="345" y="689"/>
                    </a:lnTo>
                    <a:lnTo>
                      <a:pt x="294" y="685"/>
                    </a:lnTo>
                    <a:lnTo>
                      <a:pt x="246" y="674"/>
                    </a:lnTo>
                    <a:lnTo>
                      <a:pt x="199" y="657"/>
                    </a:lnTo>
                    <a:lnTo>
                      <a:pt x="156" y="633"/>
                    </a:lnTo>
                    <a:lnTo>
                      <a:pt x="119" y="605"/>
                    </a:lnTo>
                    <a:lnTo>
                      <a:pt x="84" y="571"/>
                    </a:lnTo>
                    <a:lnTo>
                      <a:pt x="55" y="532"/>
                    </a:lnTo>
                    <a:lnTo>
                      <a:pt x="32" y="489"/>
                    </a:lnTo>
                    <a:lnTo>
                      <a:pt x="15" y="444"/>
                    </a:lnTo>
                    <a:lnTo>
                      <a:pt x="4" y="395"/>
                    </a:lnTo>
                    <a:lnTo>
                      <a:pt x="0" y="344"/>
                    </a:lnTo>
                    <a:lnTo>
                      <a:pt x="4" y="293"/>
                    </a:lnTo>
                    <a:lnTo>
                      <a:pt x="15" y="245"/>
                    </a:lnTo>
                    <a:lnTo>
                      <a:pt x="32" y="199"/>
                    </a:lnTo>
                    <a:lnTo>
                      <a:pt x="55" y="156"/>
                    </a:lnTo>
                    <a:lnTo>
                      <a:pt x="84" y="118"/>
                    </a:lnTo>
                    <a:lnTo>
                      <a:pt x="119" y="84"/>
                    </a:lnTo>
                    <a:lnTo>
                      <a:pt x="156" y="55"/>
                    </a:lnTo>
                    <a:lnTo>
                      <a:pt x="199" y="32"/>
                    </a:lnTo>
                    <a:lnTo>
                      <a:pt x="246" y="13"/>
                    </a:lnTo>
                    <a:lnTo>
                      <a:pt x="294" y="4"/>
                    </a:lnTo>
                    <a:lnTo>
                      <a:pt x="34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6350" cap="rnd">
                <a:solidFill>
                  <a:schemeClr val="bg1"/>
                </a:solidFill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2000" b="1">
                    <a:solidFill>
                      <a:schemeClr val="bg1"/>
                    </a:solidFill>
                  </a:rPr>
                  <a:t>3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84197B3-2788-BCC2-5F64-9C4B25C2E467}"/>
                  </a:ext>
                </a:extLst>
              </p:cNvPr>
              <p:cNvSpPr/>
              <p:nvPr/>
            </p:nvSpPr>
            <p:spPr bwMode="auto">
              <a:xfrm>
                <a:off x="4520304" y="3458448"/>
                <a:ext cx="1589064" cy="1587275"/>
              </a:xfrm>
              <a:custGeom>
                <a:avLst/>
                <a:gdLst>
                  <a:gd name="T0" fmla="*/ 892 w 1775"/>
                  <a:gd name="T1" fmla="*/ 0 h 1774"/>
                  <a:gd name="T2" fmla="*/ 996 w 1775"/>
                  <a:gd name="T3" fmla="*/ 6 h 1774"/>
                  <a:gd name="T4" fmla="*/ 1153 w 1775"/>
                  <a:gd name="T5" fmla="*/ 40 h 1774"/>
                  <a:gd name="T6" fmla="*/ 1299 w 1775"/>
                  <a:gd name="T7" fmla="*/ 101 h 1774"/>
                  <a:gd name="T8" fmla="*/ 1429 w 1775"/>
                  <a:gd name="T9" fmla="*/ 184 h 1774"/>
                  <a:gd name="T10" fmla="*/ 1543 w 1775"/>
                  <a:gd name="T11" fmla="*/ 289 h 1774"/>
                  <a:gd name="T12" fmla="*/ 1638 w 1775"/>
                  <a:gd name="T13" fmla="*/ 414 h 1774"/>
                  <a:gd name="T14" fmla="*/ 1709 w 1775"/>
                  <a:gd name="T15" fmla="*/ 551 h 1774"/>
                  <a:gd name="T16" fmla="*/ 1757 w 1775"/>
                  <a:gd name="T17" fmla="*/ 704 h 1774"/>
                  <a:gd name="T18" fmla="*/ 1774 w 1775"/>
                  <a:gd name="T19" fmla="*/ 834 h 1774"/>
                  <a:gd name="T20" fmla="*/ 1775 w 1775"/>
                  <a:gd name="T21" fmla="*/ 887 h 1774"/>
                  <a:gd name="T22" fmla="*/ 1694 w 1775"/>
                  <a:gd name="T23" fmla="*/ 904 h 1774"/>
                  <a:gd name="T24" fmla="*/ 1539 w 1775"/>
                  <a:gd name="T25" fmla="*/ 945 h 1774"/>
                  <a:gd name="T26" fmla="*/ 1395 w 1775"/>
                  <a:gd name="T27" fmla="*/ 1011 h 1774"/>
                  <a:gd name="T28" fmla="*/ 1264 w 1775"/>
                  <a:gd name="T29" fmla="*/ 1098 h 1774"/>
                  <a:gd name="T30" fmla="*/ 1151 w 1775"/>
                  <a:gd name="T31" fmla="*/ 1204 h 1774"/>
                  <a:gd name="T32" fmla="*/ 1053 w 1775"/>
                  <a:gd name="T33" fmla="*/ 1327 h 1774"/>
                  <a:gd name="T34" fmla="*/ 977 w 1775"/>
                  <a:gd name="T35" fmla="*/ 1464 h 1774"/>
                  <a:gd name="T36" fmla="*/ 922 w 1775"/>
                  <a:gd name="T37" fmla="*/ 1614 h 1774"/>
                  <a:gd name="T38" fmla="*/ 893 w 1775"/>
                  <a:gd name="T39" fmla="*/ 1773 h 1774"/>
                  <a:gd name="T40" fmla="*/ 806 w 1775"/>
                  <a:gd name="T41" fmla="*/ 1770 h 1774"/>
                  <a:gd name="T42" fmla="*/ 651 w 1775"/>
                  <a:gd name="T43" fmla="*/ 1742 h 1774"/>
                  <a:gd name="T44" fmla="*/ 507 w 1775"/>
                  <a:gd name="T45" fmla="*/ 1687 h 1774"/>
                  <a:gd name="T46" fmla="*/ 376 w 1775"/>
                  <a:gd name="T47" fmla="*/ 1610 h 1774"/>
                  <a:gd name="T48" fmla="*/ 260 w 1775"/>
                  <a:gd name="T49" fmla="*/ 1513 h 1774"/>
                  <a:gd name="T50" fmla="*/ 162 w 1775"/>
                  <a:gd name="T51" fmla="*/ 1398 h 1774"/>
                  <a:gd name="T52" fmla="*/ 85 w 1775"/>
                  <a:gd name="T53" fmla="*/ 1266 h 1774"/>
                  <a:gd name="T54" fmla="*/ 32 w 1775"/>
                  <a:gd name="T55" fmla="*/ 1122 h 1774"/>
                  <a:gd name="T56" fmla="*/ 3 w 1775"/>
                  <a:gd name="T57" fmla="*/ 967 h 1774"/>
                  <a:gd name="T58" fmla="*/ 3 w 1775"/>
                  <a:gd name="T59" fmla="*/ 806 h 1774"/>
                  <a:gd name="T60" fmla="*/ 32 w 1775"/>
                  <a:gd name="T61" fmla="*/ 651 h 1774"/>
                  <a:gd name="T62" fmla="*/ 85 w 1775"/>
                  <a:gd name="T63" fmla="*/ 507 h 1774"/>
                  <a:gd name="T64" fmla="*/ 162 w 1775"/>
                  <a:gd name="T65" fmla="*/ 376 h 1774"/>
                  <a:gd name="T66" fmla="*/ 260 w 1775"/>
                  <a:gd name="T67" fmla="*/ 260 h 1774"/>
                  <a:gd name="T68" fmla="*/ 376 w 1775"/>
                  <a:gd name="T69" fmla="*/ 162 h 1774"/>
                  <a:gd name="T70" fmla="*/ 507 w 1775"/>
                  <a:gd name="T71" fmla="*/ 85 h 1774"/>
                  <a:gd name="T72" fmla="*/ 651 w 1775"/>
                  <a:gd name="T73" fmla="*/ 32 h 1774"/>
                  <a:gd name="T74" fmla="*/ 806 w 1775"/>
                  <a:gd name="T75" fmla="*/ 4 h 1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75" h="1774">
                    <a:moveTo>
                      <a:pt x="887" y="0"/>
                    </a:moveTo>
                    <a:lnTo>
                      <a:pt x="892" y="0"/>
                    </a:lnTo>
                    <a:lnTo>
                      <a:pt x="944" y="2"/>
                    </a:lnTo>
                    <a:lnTo>
                      <a:pt x="996" y="6"/>
                    </a:lnTo>
                    <a:lnTo>
                      <a:pt x="1075" y="19"/>
                    </a:lnTo>
                    <a:lnTo>
                      <a:pt x="1153" y="40"/>
                    </a:lnTo>
                    <a:lnTo>
                      <a:pt x="1227" y="67"/>
                    </a:lnTo>
                    <a:lnTo>
                      <a:pt x="1299" y="101"/>
                    </a:lnTo>
                    <a:lnTo>
                      <a:pt x="1366" y="140"/>
                    </a:lnTo>
                    <a:lnTo>
                      <a:pt x="1429" y="184"/>
                    </a:lnTo>
                    <a:lnTo>
                      <a:pt x="1488" y="234"/>
                    </a:lnTo>
                    <a:lnTo>
                      <a:pt x="1543" y="289"/>
                    </a:lnTo>
                    <a:lnTo>
                      <a:pt x="1593" y="349"/>
                    </a:lnTo>
                    <a:lnTo>
                      <a:pt x="1638" y="414"/>
                    </a:lnTo>
                    <a:lnTo>
                      <a:pt x="1676" y="481"/>
                    </a:lnTo>
                    <a:lnTo>
                      <a:pt x="1709" y="551"/>
                    </a:lnTo>
                    <a:lnTo>
                      <a:pt x="1736" y="626"/>
                    </a:lnTo>
                    <a:lnTo>
                      <a:pt x="1757" y="704"/>
                    </a:lnTo>
                    <a:lnTo>
                      <a:pt x="1769" y="783"/>
                    </a:lnTo>
                    <a:lnTo>
                      <a:pt x="1774" y="834"/>
                    </a:lnTo>
                    <a:lnTo>
                      <a:pt x="1775" y="887"/>
                    </a:lnTo>
                    <a:lnTo>
                      <a:pt x="1775" y="887"/>
                    </a:lnTo>
                    <a:lnTo>
                      <a:pt x="1775" y="892"/>
                    </a:lnTo>
                    <a:lnTo>
                      <a:pt x="1694" y="904"/>
                    </a:lnTo>
                    <a:lnTo>
                      <a:pt x="1615" y="921"/>
                    </a:lnTo>
                    <a:lnTo>
                      <a:pt x="1539" y="945"/>
                    </a:lnTo>
                    <a:lnTo>
                      <a:pt x="1466" y="976"/>
                    </a:lnTo>
                    <a:lnTo>
                      <a:pt x="1395" y="1011"/>
                    </a:lnTo>
                    <a:lnTo>
                      <a:pt x="1328" y="1053"/>
                    </a:lnTo>
                    <a:lnTo>
                      <a:pt x="1264" y="1098"/>
                    </a:lnTo>
                    <a:lnTo>
                      <a:pt x="1206" y="1149"/>
                    </a:lnTo>
                    <a:lnTo>
                      <a:pt x="1151" y="1204"/>
                    </a:lnTo>
                    <a:lnTo>
                      <a:pt x="1099" y="1264"/>
                    </a:lnTo>
                    <a:lnTo>
                      <a:pt x="1053" y="1327"/>
                    </a:lnTo>
                    <a:lnTo>
                      <a:pt x="1013" y="1394"/>
                    </a:lnTo>
                    <a:lnTo>
                      <a:pt x="977" y="1464"/>
                    </a:lnTo>
                    <a:lnTo>
                      <a:pt x="947" y="1537"/>
                    </a:lnTo>
                    <a:lnTo>
                      <a:pt x="922" y="1614"/>
                    </a:lnTo>
                    <a:lnTo>
                      <a:pt x="904" y="1692"/>
                    </a:lnTo>
                    <a:lnTo>
                      <a:pt x="893" y="1773"/>
                    </a:lnTo>
                    <a:lnTo>
                      <a:pt x="887" y="1774"/>
                    </a:lnTo>
                    <a:lnTo>
                      <a:pt x="806" y="1770"/>
                    </a:lnTo>
                    <a:lnTo>
                      <a:pt x="728" y="1759"/>
                    </a:lnTo>
                    <a:lnTo>
                      <a:pt x="651" y="1742"/>
                    </a:lnTo>
                    <a:lnTo>
                      <a:pt x="578" y="1718"/>
                    </a:lnTo>
                    <a:lnTo>
                      <a:pt x="507" y="1687"/>
                    </a:lnTo>
                    <a:lnTo>
                      <a:pt x="440" y="1652"/>
                    </a:lnTo>
                    <a:lnTo>
                      <a:pt x="376" y="1610"/>
                    </a:lnTo>
                    <a:lnTo>
                      <a:pt x="315" y="1564"/>
                    </a:lnTo>
                    <a:lnTo>
                      <a:pt x="260" y="1513"/>
                    </a:lnTo>
                    <a:lnTo>
                      <a:pt x="209" y="1458"/>
                    </a:lnTo>
                    <a:lnTo>
                      <a:pt x="162" y="1398"/>
                    </a:lnTo>
                    <a:lnTo>
                      <a:pt x="121" y="1333"/>
                    </a:lnTo>
                    <a:lnTo>
                      <a:pt x="85" y="1266"/>
                    </a:lnTo>
                    <a:lnTo>
                      <a:pt x="55" y="1196"/>
                    </a:lnTo>
                    <a:lnTo>
                      <a:pt x="32" y="1122"/>
                    </a:lnTo>
                    <a:lnTo>
                      <a:pt x="13" y="1045"/>
                    </a:lnTo>
                    <a:lnTo>
                      <a:pt x="3" y="967"/>
                    </a:lnTo>
                    <a:lnTo>
                      <a:pt x="0" y="887"/>
                    </a:lnTo>
                    <a:lnTo>
                      <a:pt x="3" y="806"/>
                    </a:lnTo>
                    <a:lnTo>
                      <a:pt x="13" y="727"/>
                    </a:lnTo>
                    <a:lnTo>
                      <a:pt x="32" y="651"/>
                    </a:lnTo>
                    <a:lnTo>
                      <a:pt x="55" y="577"/>
                    </a:lnTo>
                    <a:lnTo>
                      <a:pt x="85" y="507"/>
                    </a:lnTo>
                    <a:lnTo>
                      <a:pt x="121" y="439"/>
                    </a:lnTo>
                    <a:lnTo>
                      <a:pt x="162" y="376"/>
                    </a:lnTo>
                    <a:lnTo>
                      <a:pt x="209" y="316"/>
                    </a:lnTo>
                    <a:lnTo>
                      <a:pt x="260" y="260"/>
                    </a:lnTo>
                    <a:lnTo>
                      <a:pt x="315" y="209"/>
                    </a:lnTo>
                    <a:lnTo>
                      <a:pt x="376" y="162"/>
                    </a:lnTo>
                    <a:lnTo>
                      <a:pt x="440" y="121"/>
                    </a:lnTo>
                    <a:lnTo>
                      <a:pt x="507" y="85"/>
                    </a:lnTo>
                    <a:lnTo>
                      <a:pt x="578" y="56"/>
                    </a:lnTo>
                    <a:lnTo>
                      <a:pt x="651" y="32"/>
                    </a:lnTo>
                    <a:lnTo>
                      <a:pt x="728" y="15"/>
                    </a:lnTo>
                    <a:lnTo>
                      <a:pt x="806" y="4"/>
                    </a:lnTo>
                    <a:lnTo>
                      <a:pt x="88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3765"/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F026EDE-5532-2307-6D04-0233795C3462}"/>
                  </a:ext>
                </a:extLst>
              </p:cNvPr>
              <p:cNvSpPr/>
              <p:nvPr/>
            </p:nvSpPr>
            <p:spPr bwMode="auto">
              <a:xfrm>
                <a:off x="4426926" y="4381501"/>
                <a:ext cx="571496" cy="571494"/>
              </a:xfrm>
              <a:custGeom>
                <a:avLst/>
                <a:gdLst>
                  <a:gd name="T0" fmla="*/ 346 w 692"/>
                  <a:gd name="T1" fmla="*/ 0 h 691"/>
                  <a:gd name="T2" fmla="*/ 397 w 692"/>
                  <a:gd name="T3" fmla="*/ 4 h 691"/>
                  <a:gd name="T4" fmla="*/ 446 w 692"/>
                  <a:gd name="T5" fmla="*/ 15 h 691"/>
                  <a:gd name="T6" fmla="*/ 491 w 692"/>
                  <a:gd name="T7" fmla="*/ 32 h 691"/>
                  <a:gd name="T8" fmla="*/ 534 w 692"/>
                  <a:gd name="T9" fmla="*/ 56 h 691"/>
                  <a:gd name="T10" fmla="*/ 573 w 692"/>
                  <a:gd name="T11" fmla="*/ 84 h 691"/>
                  <a:gd name="T12" fmla="*/ 606 w 692"/>
                  <a:gd name="T13" fmla="*/ 119 h 691"/>
                  <a:gd name="T14" fmla="*/ 635 w 692"/>
                  <a:gd name="T15" fmla="*/ 158 h 691"/>
                  <a:gd name="T16" fmla="*/ 660 w 692"/>
                  <a:gd name="T17" fmla="*/ 200 h 691"/>
                  <a:gd name="T18" fmla="*/ 677 w 692"/>
                  <a:gd name="T19" fmla="*/ 245 h 691"/>
                  <a:gd name="T20" fmla="*/ 688 w 692"/>
                  <a:gd name="T21" fmla="*/ 294 h 691"/>
                  <a:gd name="T22" fmla="*/ 692 w 692"/>
                  <a:gd name="T23" fmla="*/ 345 h 691"/>
                  <a:gd name="T24" fmla="*/ 688 w 692"/>
                  <a:gd name="T25" fmla="*/ 397 h 691"/>
                  <a:gd name="T26" fmla="*/ 677 w 692"/>
                  <a:gd name="T27" fmla="*/ 444 h 691"/>
                  <a:gd name="T28" fmla="*/ 660 w 692"/>
                  <a:gd name="T29" fmla="*/ 491 h 691"/>
                  <a:gd name="T30" fmla="*/ 635 w 692"/>
                  <a:gd name="T31" fmla="*/ 533 h 691"/>
                  <a:gd name="T32" fmla="*/ 606 w 692"/>
                  <a:gd name="T33" fmla="*/ 571 h 691"/>
                  <a:gd name="T34" fmla="*/ 573 w 692"/>
                  <a:gd name="T35" fmla="*/ 605 h 691"/>
                  <a:gd name="T36" fmla="*/ 534 w 692"/>
                  <a:gd name="T37" fmla="*/ 635 h 691"/>
                  <a:gd name="T38" fmla="*/ 491 w 692"/>
                  <a:gd name="T39" fmla="*/ 658 h 691"/>
                  <a:gd name="T40" fmla="*/ 446 w 692"/>
                  <a:gd name="T41" fmla="*/ 676 h 691"/>
                  <a:gd name="T42" fmla="*/ 397 w 692"/>
                  <a:gd name="T43" fmla="*/ 686 h 691"/>
                  <a:gd name="T44" fmla="*/ 346 w 692"/>
                  <a:gd name="T45" fmla="*/ 691 h 691"/>
                  <a:gd name="T46" fmla="*/ 295 w 692"/>
                  <a:gd name="T47" fmla="*/ 686 h 691"/>
                  <a:gd name="T48" fmla="*/ 246 w 692"/>
                  <a:gd name="T49" fmla="*/ 676 h 691"/>
                  <a:gd name="T50" fmla="*/ 200 w 692"/>
                  <a:gd name="T51" fmla="*/ 658 h 691"/>
                  <a:gd name="T52" fmla="*/ 158 w 692"/>
                  <a:gd name="T53" fmla="*/ 635 h 691"/>
                  <a:gd name="T54" fmla="*/ 120 w 692"/>
                  <a:gd name="T55" fmla="*/ 605 h 691"/>
                  <a:gd name="T56" fmla="*/ 86 w 692"/>
                  <a:gd name="T57" fmla="*/ 571 h 691"/>
                  <a:gd name="T58" fmla="*/ 56 w 692"/>
                  <a:gd name="T59" fmla="*/ 533 h 691"/>
                  <a:gd name="T60" fmla="*/ 33 w 692"/>
                  <a:gd name="T61" fmla="*/ 491 h 691"/>
                  <a:gd name="T62" fmla="*/ 15 w 692"/>
                  <a:gd name="T63" fmla="*/ 444 h 691"/>
                  <a:gd name="T64" fmla="*/ 4 w 692"/>
                  <a:gd name="T65" fmla="*/ 397 h 691"/>
                  <a:gd name="T66" fmla="*/ 0 w 692"/>
                  <a:gd name="T67" fmla="*/ 345 h 691"/>
                  <a:gd name="T68" fmla="*/ 4 w 692"/>
                  <a:gd name="T69" fmla="*/ 294 h 691"/>
                  <a:gd name="T70" fmla="*/ 15 w 692"/>
                  <a:gd name="T71" fmla="*/ 245 h 691"/>
                  <a:gd name="T72" fmla="*/ 33 w 692"/>
                  <a:gd name="T73" fmla="*/ 200 h 691"/>
                  <a:gd name="T74" fmla="*/ 56 w 692"/>
                  <a:gd name="T75" fmla="*/ 158 h 691"/>
                  <a:gd name="T76" fmla="*/ 86 w 692"/>
                  <a:gd name="T77" fmla="*/ 119 h 691"/>
                  <a:gd name="T78" fmla="*/ 120 w 692"/>
                  <a:gd name="T79" fmla="*/ 84 h 691"/>
                  <a:gd name="T80" fmla="*/ 158 w 692"/>
                  <a:gd name="T81" fmla="*/ 56 h 691"/>
                  <a:gd name="T82" fmla="*/ 200 w 692"/>
                  <a:gd name="T83" fmla="*/ 32 h 691"/>
                  <a:gd name="T84" fmla="*/ 246 w 692"/>
                  <a:gd name="T85" fmla="*/ 15 h 691"/>
                  <a:gd name="T86" fmla="*/ 295 w 692"/>
                  <a:gd name="T87" fmla="*/ 4 h 691"/>
                  <a:gd name="T88" fmla="*/ 346 w 692"/>
                  <a:gd name="T89" fmla="*/ 0 h 6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92" h="691">
                    <a:moveTo>
                      <a:pt x="346" y="0"/>
                    </a:moveTo>
                    <a:lnTo>
                      <a:pt x="397" y="4"/>
                    </a:lnTo>
                    <a:lnTo>
                      <a:pt x="446" y="15"/>
                    </a:lnTo>
                    <a:lnTo>
                      <a:pt x="491" y="32"/>
                    </a:lnTo>
                    <a:lnTo>
                      <a:pt x="534" y="56"/>
                    </a:lnTo>
                    <a:lnTo>
                      <a:pt x="573" y="84"/>
                    </a:lnTo>
                    <a:lnTo>
                      <a:pt x="606" y="119"/>
                    </a:lnTo>
                    <a:lnTo>
                      <a:pt x="635" y="158"/>
                    </a:lnTo>
                    <a:lnTo>
                      <a:pt x="660" y="200"/>
                    </a:lnTo>
                    <a:lnTo>
                      <a:pt x="677" y="245"/>
                    </a:lnTo>
                    <a:lnTo>
                      <a:pt x="688" y="294"/>
                    </a:lnTo>
                    <a:lnTo>
                      <a:pt x="692" y="345"/>
                    </a:lnTo>
                    <a:lnTo>
                      <a:pt x="688" y="397"/>
                    </a:lnTo>
                    <a:lnTo>
                      <a:pt x="677" y="444"/>
                    </a:lnTo>
                    <a:lnTo>
                      <a:pt x="660" y="491"/>
                    </a:lnTo>
                    <a:lnTo>
                      <a:pt x="635" y="533"/>
                    </a:lnTo>
                    <a:lnTo>
                      <a:pt x="606" y="571"/>
                    </a:lnTo>
                    <a:lnTo>
                      <a:pt x="573" y="605"/>
                    </a:lnTo>
                    <a:lnTo>
                      <a:pt x="534" y="635"/>
                    </a:lnTo>
                    <a:lnTo>
                      <a:pt x="491" y="658"/>
                    </a:lnTo>
                    <a:lnTo>
                      <a:pt x="446" y="676"/>
                    </a:lnTo>
                    <a:lnTo>
                      <a:pt x="397" y="686"/>
                    </a:lnTo>
                    <a:lnTo>
                      <a:pt x="346" y="691"/>
                    </a:lnTo>
                    <a:lnTo>
                      <a:pt x="295" y="686"/>
                    </a:lnTo>
                    <a:lnTo>
                      <a:pt x="246" y="676"/>
                    </a:lnTo>
                    <a:lnTo>
                      <a:pt x="200" y="658"/>
                    </a:lnTo>
                    <a:lnTo>
                      <a:pt x="158" y="635"/>
                    </a:lnTo>
                    <a:lnTo>
                      <a:pt x="120" y="605"/>
                    </a:lnTo>
                    <a:lnTo>
                      <a:pt x="86" y="571"/>
                    </a:lnTo>
                    <a:lnTo>
                      <a:pt x="56" y="533"/>
                    </a:lnTo>
                    <a:lnTo>
                      <a:pt x="33" y="491"/>
                    </a:lnTo>
                    <a:lnTo>
                      <a:pt x="15" y="444"/>
                    </a:lnTo>
                    <a:lnTo>
                      <a:pt x="4" y="397"/>
                    </a:lnTo>
                    <a:lnTo>
                      <a:pt x="0" y="345"/>
                    </a:lnTo>
                    <a:lnTo>
                      <a:pt x="4" y="294"/>
                    </a:lnTo>
                    <a:lnTo>
                      <a:pt x="15" y="245"/>
                    </a:lnTo>
                    <a:lnTo>
                      <a:pt x="33" y="200"/>
                    </a:lnTo>
                    <a:lnTo>
                      <a:pt x="56" y="158"/>
                    </a:lnTo>
                    <a:lnTo>
                      <a:pt x="86" y="119"/>
                    </a:lnTo>
                    <a:lnTo>
                      <a:pt x="120" y="84"/>
                    </a:lnTo>
                    <a:lnTo>
                      <a:pt x="158" y="56"/>
                    </a:lnTo>
                    <a:lnTo>
                      <a:pt x="200" y="32"/>
                    </a:lnTo>
                    <a:lnTo>
                      <a:pt x="246" y="15"/>
                    </a:lnTo>
                    <a:lnTo>
                      <a:pt x="295" y="4"/>
                    </a:lnTo>
                    <a:lnTo>
                      <a:pt x="34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6350" cap="rnd">
                <a:solidFill>
                  <a:schemeClr val="bg1"/>
                </a:solidFill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2000" b="1">
                    <a:solidFill>
                      <a:schemeClr val="bg1"/>
                    </a:solidFill>
                  </a:rPr>
                  <a:t>4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D9F67AC-6B4A-5798-F50E-A8166069BF00}"/>
                </a:ext>
              </a:extLst>
            </p:cNvPr>
            <p:cNvGrpSpPr/>
            <p:nvPr/>
          </p:nvGrpSpPr>
          <p:grpSpPr>
            <a:xfrm>
              <a:off x="1410417" y="4259577"/>
              <a:ext cx="3088495" cy="1231557"/>
              <a:chOff x="1410417" y="4259577"/>
              <a:chExt cx="3088495" cy="123155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CAB7F6B-6888-6563-37B7-65DBF773E380}"/>
                  </a:ext>
                </a:extLst>
              </p:cNvPr>
              <p:cNvSpPr/>
              <p:nvPr/>
            </p:nvSpPr>
            <p:spPr bwMode="auto">
              <a:xfrm>
                <a:off x="1410417" y="4754329"/>
                <a:ext cx="3088495" cy="736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NZ" altLang="zh-CN" sz="1200" dirty="0"/>
                  <a:t>Place orders 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sz="1200" dirty="0"/>
                  <a:t>Manage</a:t>
                </a:r>
                <a:r>
                  <a:rPr lang="en-NZ" altLang="zh-CN" sz="1200" dirty="0"/>
                  <a:t> orders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kumimoji="1" lang="en-NZ" altLang="zh-CN" sz="1200" dirty="0">
                    <a:solidFill>
                      <a:schemeClr val="tx1"/>
                    </a:solidFill>
                    <a:ea typeface="微软雅黑" panose="020B0503020204020204" pitchFamily="34" charset="-122"/>
                    <a:sym typeface="Arial" panose="020B0604020202020204" pitchFamily="34" charset="0"/>
                  </a:rPr>
                  <a:t>Reservation</a:t>
                </a:r>
                <a:endParaRPr kumimoji="1" lang="zh-CN" altLang="en-US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659617A-740A-83D9-3B94-599939BD3211}"/>
                  </a:ext>
                </a:extLst>
              </p:cNvPr>
              <p:cNvSpPr txBox="1"/>
              <p:nvPr/>
            </p:nvSpPr>
            <p:spPr bwMode="auto">
              <a:xfrm>
                <a:off x="1410417" y="4259577"/>
                <a:ext cx="3088495" cy="494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en-NZ" altLang="zh-CN" sz="1600" b="1" dirty="0">
                    <a:gradFill>
                      <a:gsLst>
                        <a:gs pos="0">
                          <a:schemeClr val="accent4">
                            <a:lumMod val="60000"/>
                            <a:lumOff val="40000"/>
                          </a:schemeClr>
                        </a:gs>
                        <a:gs pos="60000">
                          <a:schemeClr val="accent4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4">
                          <a:alpha val="20000"/>
                        </a:schemeClr>
                      </a:outerShdw>
                    </a:effectLst>
                  </a:rPr>
                  <a:t>Receptionist</a:t>
                </a:r>
                <a:endParaRPr lang="zh-CN" altLang="en-US" sz="16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B3F36CA-101B-FC1E-7A4C-98F3156F7A0A}"/>
                </a:ext>
              </a:extLst>
            </p:cNvPr>
            <p:cNvGrpSpPr/>
            <p:nvPr/>
          </p:nvGrpSpPr>
          <p:grpSpPr>
            <a:xfrm>
              <a:off x="8300735" y="2734296"/>
              <a:ext cx="3088495" cy="1231557"/>
              <a:chOff x="8300735" y="2734296"/>
              <a:chExt cx="3088495" cy="123155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674D027-0002-1E30-D9A8-02ECE4542B8D}"/>
                  </a:ext>
                </a:extLst>
              </p:cNvPr>
              <p:cNvSpPr/>
              <p:nvPr/>
            </p:nvSpPr>
            <p:spPr bwMode="auto">
              <a:xfrm>
                <a:off x="8300735" y="3229048"/>
                <a:ext cx="3088495" cy="736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NZ" altLang="zh-CN" sz="1200" dirty="0"/>
                  <a:t>Scan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NZ" altLang="zh-CN" sz="1200" dirty="0"/>
                  <a:t>Order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NZ" altLang="zh-CN" sz="1200" dirty="0"/>
                  <a:t>Pay</a:t>
                </a:r>
                <a:endParaRPr kumimoji="1" lang="zh-CN" altLang="en-US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604A50-AB0B-E094-62E1-28FE0D752F09}"/>
                  </a:ext>
                </a:extLst>
              </p:cNvPr>
              <p:cNvSpPr txBox="1"/>
              <p:nvPr/>
            </p:nvSpPr>
            <p:spPr bwMode="auto">
              <a:xfrm>
                <a:off x="8300735" y="2734296"/>
                <a:ext cx="3088495" cy="494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NZ" altLang="zh-CN" sz="1600" b="1" dirty="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2">
                          <a:alpha val="20000"/>
                        </a:schemeClr>
                      </a:outerShdw>
                    </a:effectLst>
                  </a:rPr>
                  <a:t>Customer</a:t>
                </a:r>
                <a:endParaRPr lang="zh-CN" altLang="en-US" sz="1600" b="1" dirty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2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23A817C-05EC-C654-69AB-D8839AFA37E9}"/>
                </a:ext>
              </a:extLst>
            </p:cNvPr>
            <p:cNvGrpSpPr/>
            <p:nvPr/>
          </p:nvGrpSpPr>
          <p:grpSpPr>
            <a:xfrm>
              <a:off x="8300735" y="4259577"/>
              <a:ext cx="3088495" cy="1231557"/>
              <a:chOff x="8300735" y="4259577"/>
              <a:chExt cx="3088495" cy="123155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51C15AD-9792-3819-A98A-CA2144593CE6}"/>
                  </a:ext>
                </a:extLst>
              </p:cNvPr>
              <p:cNvSpPr/>
              <p:nvPr/>
            </p:nvSpPr>
            <p:spPr bwMode="auto">
              <a:xfrm>
                <a:off x="8300735" y="4754329"/>
                <a:ext cx="3088495" cy="736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lang="en-NZ" altLang="zh-CN" sz="1200" dirty="0"/>
                  <a:t>View menu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kumimoji="1" lang="en-NZ" altLang="zh-CN" sz="1200" dirty="0">
                    <a:solidFill>
                      <a:schemeClr val="tx1"/>
                    </a:solidFill>
                    <a:ea typeface="微软雅黑" panose="020B0503020204020204" pitchFamily="34" charset="-122"/>
                    <a:sym typeface="Arial" panose="020B0604020202020204" pitchFamily="34" charset="0"/>
                  </a:rPr>
                  <a:t>Reservation</a:t>
                </a:r>
              </a:p>
              <a:p>
                <a:pPr marL="171450" indent="-171450">
                  <a:lnSpc>
                    <a:spcPct val="120000"/>
                  </a:lnSpc>
                  <a:buFont typeface="Wingdings" panose="05000000000000000000" pitchFamily="2" charset="2"/>
                  <a:buChar char="ü"/>
                </a:pPr>
                <a:r>
                  <a:rPr kumimoji="1" lang="en-NZ" altLang="zh-CN" sz="1200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Contact</a:t>
                </a:r>
                <a:endParaRPr kumimoji="1" lang="zh-CN" altLang="en-US" sz="1200" dirty="0">
                  <a:solidFill>
                    <a:schemeClr val="tx1"/>
                  </a:solidFill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A47C9-589F-2A52-5132-B8777512E362}"/>
                  </a:ext>
                </a:extLst>
              </p:cNvPr>
              <p:cNvSpPr txBox="1"/>
              <p:nvPr/>
            </p:nvSpPr>
            <p:spPr bwMode="auto">
              <a:xfrm>
                <a:off x="8300735" y="4259577"/>
                <a:ext cx="3088495" cy="494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effectLst>
                      <a:outerShdw blurRad="76200" dist="50800" dir="5400000" algn="ctr" rotWithShape="0">
                        <a:schemeClr val="accent3">
                          <a:alpha val="20000"/>
                        </a:schemeClr>
                      </a:outerShdw>
                    </a:effectLst>
                  </a:rPr>
                  <a:t>Guest</a:t>
                </a:r>
                <a:endParaRPr lang="zh-CN" altLang="en-US" sz="1600" b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3DA565C-AA0B-097B-A6EF-E7EB01C97171}"/>
                </a:ext>
              </a:extLst>
            </p:cNvPr>
            <p:cNvSpPr>
              <a:spLocks/>
            </p:cNvSpPr>
            <p:nvPr/>
          </p:nvSpPr>
          <p:spPr>
            <a:xfrm>
              <a:off x="660400" y="1191855"/>
              <a:ext cx="108585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en-US" altLang="zh-CN" sz="2400" b="1" dirty="0">
                  <a:solidFill>
                    <a:schemeClr val="tx1"/>
                  </a:solidFill>
                </a:rPr>
                <a:t>Four roles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0" name="Title 6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User Roles &amp; Features</a:t>
            </a:r>
            <a:endParaRPr lang="en-US" sz="4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43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Customer Order Flow</a:t>
            </a:r>
            <a:endParaRPr lang="en-US" sz="4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0AFD19-8582-4372-AF2E-92EB9AB47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1" y="2386879"/>
            <a:ext cx="5119338" cy="22533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B3BFBA-E512-4FAA-A8F5-C4A964AC5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686" y="1028700"/>
            <a:ext cx="5808133" cy="5350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416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Receptionist Workflow</a:t>
            </a:r>
            <a:endParaRPr lang="en-US" sz="4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D38E22E-0BA0-4045-A01B-3A3FF24FD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9949"/>
            <a:ext cx="12192000" cy="39449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587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System Architecture</a:t>
            </a:r>
            <a:endParaRPr lang="en-US" sz="4800" dirty="0"/>
          </a:p>
        </p:txBody>
      </p:sp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4D9DE073-E367-457C-B5C8-2695C4BE6E82}"/>
              </a:ext>
            </a:extLst>
          </p:cNvPr>
          <p:cNvSpPr/>
          <p:nvPr/>
        </p:nvSpPr>
        <p:spPr>
          <a:xfrm>
            <a:off x="437461" y="2688791"/>
            <a:ext cx="3361267" cy="2213410"/>
          </a:xfrm>
          <a:prstGeom prst="roundRect">
            <a:avLst>
              <a:gd name="adj" fmla="val 4800"/>
            </a:avLst>
          </a:prstGeom>
          <a:solidFill>
            <a:schemeClr val="tx2">
              <a:alpha val="15000"/>
            </a:schemeClr>
          </a:solidFill>
          <a:ln w="6055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en-GB" sz="1000" dirty="0">
              <a:solidFill>
                <a:schemeClr val="tx1"/>
              </a:solidFill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6D73638-0F69-41D2-AB77-041984BDD9F4}"/>
              </a:ext>
            </a:extLst>
          </p:cNvPr>
          <p:cNvSpPr txBox="1"/>
          <p:nvPr/>
        </p:nvSpPr>
        <p:spPr>
          <a:xfrm>
            <a:off x="474131" y="3826486"/>
            <a:ext cx="3324596" cy="394210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 algn="ctr">
              <a:lnSpc>
                <a:spcPct val="130000"/>
              </a:lnSpc>
            </a:pPr>
            <a:r>
              <a:rPr lang="nl-NL" altLang="zh-CN" sz="2000" b="1" dirty="0"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+mj-lt"/>
              </a:rPr>
              <a:t>Frontend</a:t>
            </a:r>
            <a:endParaRPr lang="en-NZ" altLang="zh-CN" sz="2000" b="1" dirty="0"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D96DDCAB-2FB9-450C-A856-98513737A71D}"/>
              </a:ext>
            </a:extLst>
          </p:cNvPr>
          <p:cNvSpPr/>
          <p:nvPr/>
        </p:nvSpPr>
        <p:spPr>
          <a:xfrm>
            <a:off x="1852307" y="3002665"/>
            <a:ext cx="571723" cy="571720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Freeform: Shape 6">
            <a:extLst>
              <a:ext uri="{FF2B5EF4-FFF2-40B4-BE49-F238E27FC236}">
                <a16:creationId xmlns:a16="http://schemas.microsoft.com/office/drawing/2014/main" id="{8EF7B968-7247-485F-B5BB-5C3B9B01F40F}"/>
              </a:ext>
            </a:extLst>
          </p:cNvPr>
          <p:cNvSpPr/>
          <p:nvPr/>
        </p:nvSpPr>
        <p:spPr bwMode="auto">
          <a:xfrm>
            <a:off x="2005888" y="3178400"/>
            <a:ext cx="264561" cy="220250"/>
          </a:xfrm>
          <a:custGeom>
            <a:avLst/>
            <a:gdLst>
              <a:gd name="connsiteX0" fmla="*/ 483573 w 526297"/>
              <a:gd name="connsiteY0" fmla="*/ 133971 h 438150"/>
              <a:gd name="connsiteX1" fmla="*/ 527674 w 526297"/>
              <a:gd name="connsiteY1" fmla="*/ 178072 h 438150"/>
              <a:gd name="connsiteX2" fmla="*/ 527579 w 526297"/>
              <a:gd name="connsiteY2" fmla="*/ 181501 h 438150"/>
              <a:gd name="connsiteX3" fmla="*/ 514244 w 526297"/>
              <a:gd name="connsiteY3" fmla="*/ 355237 h 438150"/>
              <a:gd name="connsiteX4" fmla="*/ 485764 w 526297"/>
              <a:gd name="connsiteY4" fmla="*/ 381621 h 438150"/>
              <a:gd name="connsiteX5" fmla="*/ 454998 w 526297"/>
              <a:gd name="connsiteY5" fmla="*/ 381621 h 438150"/>
              <a:gd name="connsiteX6" fmla="*/ 454998 w 526297"/>
              <a:gd name="connsiteY6" fmla="*/ 438771 h 438150"/>
              <a:gd name="connsiteX7" fmla="*/ 435948 w 526297"/>
              <a:gd name="connsiteY7" fmla="*/ 438771 h 438150"/>
              <a:gd name="connsiteX8" fmla="*/ 435948 w 526297"/>
              <a:gd name="connsiteY8" fmla="*/ 381621 h 438150"/>
              <a:gd name="connsiteX9" fmla="*/ 93048 w 526297"/>
              <a:gd name="connsiteY9" fmla="*/ 381621 h 438150"/>
              <a:gd name="connsiteX10" fmla="*/ 93048 w 526297"/>
              <a:gd name="connsiteY10" fmla="*/ 438771 h 438150"/>
              <a:gd name="connsiteX11" fmla="*/ 73998 w 526297"/>
              <a:gd name="connsiteY11" fmla="*/ 438771 h 438150"/>
              <a:gd name="connsiteX12" fmla="*/ 73998 w 526297"/>
              <a:gd name="connsiteY12" fmla="*/ 381621 h 438150"/>
              <a:gd name="connsiteX13" fmla="*/ 43328 w 526297"/>
              <a:gd name="connsiteY13" fmla="*/ 381621 h 438150"/>
              <a:gd name="connsiteX14" fmla="*/ 14848 w 526297"/>
              <a:gd name="connsiteY14" fmla="*/ 355237 h 438150"/>
              <a:gd name="connsiteX15" fmla="*/ 1513 w 526297"/>
              <a:gd name="connsiteY15" fmla="*/ 181501 h 438150"/>
              <a:gd name="connsiteX16" fmla="*/ 42089 w 526297"/>
              <a:gd name="connsiteY16" fmla="*/ 134162 h 438150"/>
              <a:gd name="connsiteX17" fmla="*/ 45518 w 526297"/>
              <a:gd name="connsiteY17" fmla="*/ 134066 h 438150"/>
              <a:gd name="connsiteX18" fmla="*/ 101906 w 526297"/>
              <a:gd name="connsiteY18" fmla="*/ 180834 h 438150"/>
              <a:gd name="connsiteX19" fmla="*/ 121623 w 526297"/>
              <a:gd name="connsiteY19" fmla="*/ 286371 h 438150"/>
              <a:gd name="connsiteX20" fmla="*/ 407373 w 526297"/>
              <a:gd name="connsiteY20" fmla="*/ 286371 h 438150"/>
              <a:gd name="connsiteX21" fmla="*/ 427185 w 526297"/>
              <a:gd name="connsiteY21" fmla="*/ 180739 h 438150"/>
              <a:gd name="connsiteX22" fmla="*/ 483573 w 526297"/>
              <a:gd name="connsiteY22" fmla="*/ 133971 h 438150"/>
              <a:gd name="connsiteX23" fmla="*/ 416898 w 526297"/>
              <a:gd name="connsiteY23" fmla="*/ 621 h 438150"/>
              <a:gd name="connsiteX24" fmla="*/ 483573 w 526297"/>
              <a:gd name="connsiteY24" fmla="*/ 67296 h 438150"/>
              <a:gd name="connsiteX25" fmla="*/ 483573 w 526297"/>
              <a:gd name="connsiteY25" fmla="*/ 115397 h 438150"/>
              <a:gd name="connsiteX26" fmla="*/ 476429 w 526297"/>
              <a:gd name="connsiteY26" fmla="*/ 114921 h 438150"/>
              <a:gd name="connsiteX27" fmla="*/ 412040 w 526297"/>
              <a:gd name="connsiteY27" fmla="*/ 166451 h 438150"/>
              <a:gd name="connsiteX28" fmla="*/ 411564 w 526297"/>
              <a:gd name="connsiteY28" fmla="*/ 168737 h 438150"/>
              <a:gd name="connsiteX29" fmla="*/ 393086 w 526297"/>
              <a:gd name="connsiteY29" fmla="*/ 267321 h 438150"/>
              <a:gd name="connsiteX30" fmla="*/ 135911 w 526297"/>
              <a:gd name="connsiteY30" fmla="*/ 267321 h 438150"/>
              <a:gd name="connsiteX31" fmla="*/ 117432 w 526297"/>
              <a:gd name="connsiteY31" fmla="*/ 168737 h 438150"/>
              <a:gd name="connsiteX32" fmla="*/ 52567 w 526297"/>
              <a:gd name="connsiteY32" fmla="*/ 114921 h 438150"/>
              <a:gd name="connsiteX33" fmla="*/ 54948 w 526297"/>
              <a:gd name="connsiteY33" fmla="*/ 67296 h 438150"/>
              <a:gd name="connsiteX34" fmla="*/ 121623 w 526297"/>
              <a:gd name="connsiteY34" fmla="*/ 621 h 438150"/>
              <a:gd name="connsiteX35" fmla="*/ 416898 w 526297"/>
              <a:gd name="connsiteY35" fmla="*/ 621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0590D256-8881-44F5-BE55-DF9572B346E0}"/>
              </a:ext>
            </a:extLst>
          </p:cNvPr>
          <p:cNvSpPr/>
          <p:nvPr/>
        </p:nvSpPr>
        <p:spPr>
          <a:xfrm>
            <a:off x="4399361" y="2688791"/>
            <a:ext cx="3361267" cy="2225782"/>
          </a:xfrm>
          <a:prstGeom prst="roundRect">
            <a:avLst>
              <a:gd name="adj" fmla="val 4800"/>
            </a:avLst>
          </a:prstGeom>
          <a:solidFill>
            <a:schemeClr val="tx2">
              <a:alpha val="15000"/>
            </a:schemeClr>
          </a:solidFill>
          <a:ln w="6055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en-GB" sz="1000">
              <a:solidFill>
                <a:schemeClr val="tx1"/>
              </a:solidFill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48A0B8C-C679-4A41-8A9F-F9F3025D8084}"/>
              </a:ext>
            </a:extLst>
          </p:cNvPr>
          <p:cNvSpPr txBox="1"/>
          <p:nvPr/>
        </p:nvSpPr>
        <p:spPr>
          <a:xfrm>
            <a:off x="4403879" y="3826486"/>
            <a:ext cx="3361268" cy="57172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NZ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4D46B5-F516-46C7-AF72-C0841A3648FF}"/>
              </a:ext>
            </a:extLst>
          </p:cNvPr>
          <p:cNvSpPr/>
          <p:nvPr/>
        </p:nvSpPr>
        <p:spPr>
          <a:xfrm>
            <a:off x="5790185" y="3002665"/>
            <a:ext cx="571723" cy="571720"/>
          </a:xfrm>
          <a:prstGeom prst="ellipse">
            <a:avLst/>
          </a:prstGeom>
          <a:solidFill>
            <a:schemeClr val="tx2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E3469A-833A-41D4-ADBC-0147C67A8C44}"/>
              </a:ext>
            </a:extLst>
          </p:cNvPr>
          <p:cNvSpPr/>
          <p:nvPr/>
        </p:nvSpPr>
        <p:spPr bwMode="auto">
          <a:xfrm>
            <a:off x="5943766" y="3178400"/>
            <a:ext cx="264561" cy="220250"/>
          </a:xfrm>
          <a:custGeom>
            <a:avLst/>
            <a:gdLst>
              <a:gd name="connsiteX0" fmla="*/ 483573 w 526297"/>
              <a:gd name="connsiteY0" fmla="*/ 133971 h 438150"/>
              <a:gd name="connsiteX1" fmla="*/ 527674 w 526297"/>
              <a:gd name="connsiteY1" fmla="*/ 178072 h 438150"/>
              <a:gd name="connsiteX2" fmla="*/ 527579 w 526297"/>
              <a:gd name="connsiteY2" fmla="*/ 181501 h 438150"/>
              <a:gd name="connsiteX3" fmla="*/ 514244 w 526297"/>
              <a:gd name="connsiteY3" fmla="*/ 355237 h 438150"/>
              <a:gd name="connsiteX4" fmla="*/ 485764 w 526297"/>
              <a:gd name="connsiteY4" fmla="*/ 381621 h 438150"/>
              <a:gd name="connsiteX5" fmla="*/ 454998 w 526297"/>
              <a:gd name="connsiteY5" fmla="*/ 381621 h 438150"/>
              <a:gd name="connsiteX6" fmla="*/ 454998 w 526297"/>
              <a:gd name="connsiteY6" fmla="*/ 438771 h 438150"/>
              <a:gd name="connsiteX7" fmla="*/ 435948 w 526297"/>
              <a:gd name="connsiteY7" fmla="*/ 438771 h 438150"/>
              <a:gd name="connsiteX8" fmla="*/ 435948 w 526297"/>
              <a:gd name="connsiteY8" fmla="*/ 381621 h 438150"/>
              <a:gd name="connsiteX9" fmla="*/ 93048 w 526297"/>
              <a:gd name="connsiteY9" fmla="*/ 381621 h 438150"/>
              <a:gd name="connsiteX10" fmla="*/ 93048 w 526297"/>
              <a:gd name="connsiteY10" fmla="*/ 438771 h 438150"/>
              <a:gd name="connsiteX11" fmla="*/ 73998 w 526297"/>
              <a:gd name="connsiteY11" fmla="*/ 438771 h 438150"/>
              <a:gd name="connsiteX12" fmla="*/ 73998 w 526297"/>
              <a:gd name="connsiteY12" fmla="*/ 381621 h 438150"/>
              <a:gd name="connsiteX13" fmla="*/ 43328 w 526297"/>
              <a:gd name="connsiteY13" fmla="*/ 381621 h 438150"/>
              <a:gd name="connsiteX14" fmla="*/ 14848 w 526297"/>
              <a:gd name="connsiteY14" fmla="*/ 355237 h 438150"/>
              <a:gd name="connsiteX15" fmla="*/ 1513 w 526297"/>
              <a:gd name="connsiteY15" fmla="*/ 181501 h 438150"/>
              <a:gd name="connsiteX16" fmla="*/ 42089 w 526297"/>
              <a:gd name="connsiteY16" fmla="*/ 134162 h 438150"/>
              <a:gd name="connsiteX17" fmla="*/ 45518 w 526297"/>
              <a:gd name="connsiteY17" fmla="*/ 134066 h 438150"/>
              <a:gd name="connsiteX18" fmla="*/ 101906 w 526297"/>
              <a:gd name="connsiteY18" fmla="*/ 180834 h 438150"/>
              <a:gd name="connsiteX19" fmla="*/ 121623 w 526297"/>
              <a:gd name="connsiteY19" fmla="*/ 286371 h 438150"/>
              <a:gd name="connsiteX20" fmla="*/ 407373 w 526297"/>
              <a:gd name="connsiteY20" fmla="*/ 286371 h 438150"/>
              <a:gd name="connsiteX21" fmla="*/ 427185 w 526297"/>
              <a:gd name="connsiteY21" fmla="*/ 180739 h 438150"/>
              <a:gd name="connsiteX22" fmla="*/ 483573 w 526297"/>
              <a:gd name="connsiteY22" fmla="*/ 133971 h 438150"/>
              <a:gd name="connsiteX23" fmla="*/ 416898 w 526297"/>
              <a:gd name="connsiteY23" fmla="*/ 621 h 438150"/>
              <a:gd name="connsiteX24" fmla="*/ 483573 w 526297"/>
              <a:gd name="connsiteY24" fmla="*/ 67296 h 438150"/>
              <a:gd name="connsiteX25" fmla="*/ 483573 w 526297"/>
              <a:gd name="connsiteY25" fmla="*/ 115397 h 438150"/>
              <a:gd name="connsiteX26" fmla="*/ 476429 w 526297"/>
              <a:gd name="connsiteY26" fmla="*/ 114921 h 438150"/>
              <a:gd name="connsiteX27" fmla="*/ 412040 w 526297"/>
              <a:gd name="connsiteY27" fmla="*/ 166451 h 438150"/>
              <a:gd name="connsiteX28" fmla="*/ 411564 w 526297"/>
              <a:gd name="connsiteY28" fmla="*/ 168737 h 438150"/>
              <a:gd name="connsiteX29" fmla="*/ 393086 w 526297"/>
              <a:gd name="connsiteY29" fmla="*/ 267321 h 438150"/>
              <a:gd name="connsiteX30" fmla="*/ 135911 w 526297"/>
              <a:gd name="connsiteY30" fmla="*/ 267321 h 438150"/>
              <a:gd name="connsiteX31" fmla="*/ 117432 w 526297"/>
              <a:gd name="connsiteY31" fmla="*/ 168737 h 438150"/>
              <a:gd name="connsiteX32" fmla="*/ 52567 w 526297"/>
              <a:gd name="connsiteY32" fmla="*/ 114921 h 438150"/>
              <a:gd name="connsiteX33" fmla="*/ 54948 w 526297"/>
              <a:gd name="connsiteY33" fmla="*/ 67296 h 438150"/>
              <a:gd name="connsiteX34" fmla="*/ 121623 w 526297"/>
              <a:gd name="connsiteY34" fmla="*/ 621 h 438150"/>
              <a:gd name="connsiteX35" fmla="*/ 416898 w 526297"/>
              <a:gd name="connsiteY35" fmla="*/ 621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14" name="Rectangle: Rounded Corners 1">
            <a:extLst>
              <a:ext uri="{FF2B5EF4-FFF2-40B4-BE49-F238E27FC236}">
                <a16:creationId xmlns:a16="http://schemas.microsoft.com/office/drawing/2014/main" id="{60A71F1E-499A-4C6A-A96A-E3297000D239}"/>
              </a:ext>
            </a:extLst>
          </p:cNvPr>
          <p:cNvSpPr/>
          <p:nvPr/>
        </p:nvSpPr>
        <p:spPr>
          <a:xfrm>
            <a:off x="8398935" y="2688791"/>
            <a:ext cx="3361267" cy="2225783"/>
          </a:xfrm>
          <a:prstGeom prst="roundRect">
            <a:avLst>
              <a:gd name="adj" fmla="val 4800"/>
            </a:avLst>
          </a:prstGeom>
          <a:solidFill>
            <a:schemeClr val="tx2">
              <a:alpha val="15000"/>
            </a:schemeClr>
          </a:solidFill>
          <a:ln w="6055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30000"/>
              </a:lnSpc>
            </a:pPr>
            <a:endParaRPr kumimoji="1" lang="en-GB" sz="1000" dirty="0">
              <a:solidFill>
                <a:schemeClr val="tx1"/>
              </a:solidFill>
            </a:endParaRP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D8E0E088-6815-4A60-A443-AFDA3436C5C6}"/>
              </a:ext>
            </a:extLst>
          </p:cNvPr>
          <p:cNvSpPr txBox="1"/>
          <p:nvPr/>
        </p:nvSpPr>
        <p:spPr>
          <a:xfrm>
            <a:off x="8713879" y="3826486"/>
            <a:ext cx="2805020" cy="394210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NZ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2506710F-94A7-42E2-94D5-56A9CE6B4386}"/>
              </a:ext>
            </a:extLst>
          </p:cNvPr>
          <p:cNvSpPr/>
          <p:nvPr/>
        </p:nvSpPr>
        <p:spPr>
          <a:xfrm>
            <a:off x="9795895" y="3002665"/>
            <a:ext cx="571723" cy="571720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1" name="Freeform: Shape 6">
            <a:extLst>
              <a:ext uri="{FF2B5EF4-FFF2-40B4-BE49-F238E27FC236}">
                <a16:creationId xmlns:a16="http://schemas.microsoft.com/office/drawing/2014/main" id="{2387774F-67CE-43CD-8B19-932F4F639F32}"/>
              </a:ext>
            </a:extLst>
          </p:cNvPr>
          <p:cNvSpPr/>
          <p:nvPr/>
        </p:nvSpPr>
        <p:spPr bwMode="auto">
          <a:xfrm>
            <a:off x="9949476" y="3178400"/>
            <a:ext cx="264561" cy="220250"/>
          </a:xfrm>
          <a:custGeom>
            <a:avLst/>
            <a:gdLst>
              <a:gd name="connsiteX0" fmla="*/ 483573 w 526297"/>
              <a:gd name="connsiteY0" fmla="*/ 133971 h 438150"/>
              <a:gd name="connsiteX1" fmla="*/ 527674 w 526297"/>
              <a:gd name="connsiteY1" fmla="*/ 178072 h 438150"/>
              <a:gd name="connsiteX2" fmla="*/ 527579 w 526297"/>
              <a:gd name="connsiteY2" fmla="*/ 181501 h 438150"/>
              <a:gd name="connsiteX3" fmla="*/ 514244 w 526297"/>
              <a:gd name="connsiteY3" fmla="*/ 355237 h 438150"/>
              <a:gd name="connsiteX4" fmla="*/ 485764 w 526297"/>
              <a:gd name="connsiteY4" fmla="*/ 381621 h 438150"/>
              <a:gd name="connsiteX5" fmla="*/ 454998 w 526297"/>
              <a:gd name="connsiteY5" fmla="*/ 381621 h 438150"/>
              <a:gd name="connsiteX6" fmla="*/ 454998 w 526297"/>
              <a:gd name="connsiteY6" fmla="*/ 438771 h 438150"/>
              <a:gd name="connsiteX7" fmla="*/ 435948 w 526297"/>
              <a:gd name="connsiteY7" fmla="*/ 438771 h 438150"/>
              <a:gd name="connsiteX8" fmla="*/ 435948 w 526297"/>
              <a:gd name="connsiteY8" fmla="*/ 381621 h 438150"/>
              <a:gd name="connsiteX9" fmla="*/ 93048 w 526297"/>
              <a:gd name="connsiteY9" fmla="*/ 381621 h 438150"/>
              <a:gd name="connsiteX10" fmla="*/ 93048 w 526297"/>
              <a:gd name="connsiteY10" fmla="*/ 438771 h 438150"/>
              <a:gd name="connsiteX11" fmla="*/ 73998 w 526297"/>
              <a:gd name="connsiteY11" fmla="*/ 438771 h 438150"/>
              <a:gd name="connsiteX12" fmla="*/ 73998 w 526297"/>
              <a:gd name="connsiteY12" fmla="*/ 381621 h 438150"/>
              <a:gd name="connsiteX13" fmla="*/ 43328 w 526297"/>
              <a:gd name="connsiteY13" fmla="*/ 381621 h 438150"/>
              <a:gd name="connsiteX14" fmla="*/ 14848 w 526297"/>
              <a:gd name="connsiteY14" fmla="*/ 355237 h 438150"/>
              <a:gd name="connsiteX15" fmla="*/ 1513 w 526297"/>
              <a:gd name="connsiteY15" fmla="*/ 181501 h 438150"/>
              <a:gd name="connsiteX16" fmla="*/ 42089 w 526297"/>
              <a:gd name="connsiteY16" fmla="*/ 134162 h 438150"/>
              <a:gd name="connsiteX17" fmla="*/ 45518 w 526297"/>
              <a:gd name="connsiteY17" fmla="*/ 134066 h 438150"/>
              <a:gd name="connsiteX18" fmla="*/ 101906 w 526297"/>
              <a:gd name="connsiteY18" fmla="*/ 180834 h 438150"/>
              <a:gd name="connsiteX19" fmla="*/ 121623 w 526297"/>
              <a:gd name="connsiteY19" fmla="*/ 286371 h 438150"/>
              <a:gd name="connsiteX20" fmla="*/ 407373 w 526297"/>
              <a:gd name="connsiteY20" fmla="*/ 286371 h 438150"/>
              <a:gd name="connsiteX21" fmla="*/ 427185 w 526297"/>
              <a:gd name="connsiteY21" fmla="*/ 180739 h 438150"/>
              <a:gd name="connsiteX22" fmla="*/ 483573 w 526297"/>
              <a:gd name="connsiteY22" fmla="*/ 133971 h 438150"/>
              <a:gd name="connsiteX23" fmla="*/ 416898 w 526297"/>
              <a:gd name="connsiteY23" fmla="*/ 621 h 438150"/>
              <a:gd name="connsiteX24" fmla="*/ 483573 w 526297"/>
              <a:gd name="connsiteY24" fmla="*/ 67296 h 438150"/>
              <a:gd name="connsiteX25" fmla="*/ 483573 w 526297"/>
              <a:gd name="connsiteY25" fmla="*/ 115397 h 438150"/>
              <a:gd name="connsiteX26" fmla="*/ 476429 w 526297"/>
              <a:gd name="connsiteY26" fmla="*/ 114921 h 438150"/>
              <a:gd name="connsiteX27" fmla="*/ 412040 w 526297"/>
              <a:gd name="connsiteY27" fmla="*/ 166451 h 438150"/>
              <a:gd name="connsiteX28" fmla="*/ 411564 w 526297"/>
              <a:gd name="connsiteY28" fmla="*/ 168737 h 438150"/>
              <a:gd name="connsiteX29" fmla="*/ 393086 w 526297"/>
              <a:gd name="connsiteY29" fmla="*/ 267321 h 438150"/>
              <a:gd name="connsiteX30" fmla="*/ 135911 w 526297"/>
              <a:gd name="connsiteY30" fmla="*/ 267321 h 438150"/>
              <a:gd name="connsiteX31" fmla="*/ 117432 w 526297"/>
              <a:gd name="connsiteY31" fmla="*/ 168737 h 438150"/>
              <a:gd name="connsiteX32" fmla="*/ 52567 w 526297"/>
              <a:gd name="connsiteY32" fmla="*/ 114921 h 438150"/>
              <a:gd name="connsiteX33" fmla="*/ 54948 w 526297"/>
              <a:gd name="connsiteY33" fmla="*/ 67296 h 438150"/>
              <a:gd name="connsiteX34" fmla="*/ 121623 w 526297"/>
              <a:gd name="connsiteY34" fmla="*/ 621 h 438150"/>
              <a:gd name="connsiteX35" fmla="*/ 416898 w 526297"/>
              <a:gd name="connsiteY35" fmla="*/ 621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1E64F9D6-A423-4328-9365-76653EF65B7B}"/>
              </a:ext>
            </a:extLst>
          </p:cNvPr>
          <p:cNvSpPr txBox="1"/>
          <p:nvPr/>
        </p:nvSpPr>
        <p:spPr>
          <a:xfrm>
            <a:off x="8401477" y="4220696"/>
            <a:ext cx="3366929" cy="701346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NZ" altLang="zh-CN" sz="1600" dirty="0">
                <a:latin typeface="+mn-ea"/>
              </a:rPr>
              <a:t>MySQL</a:t>
            </a:r>
          </a:p>
          <a:p>
            <a:pPr>
              <a:lnSpc>
                <a:spcPct val="130000"/>
              </a:lnSpc>
            </a:pPr>
            <a:r>
              <a:rPr lang="en-NZ" altLang="zh-CN" sz="1600" dirty="0">
                <a:latin typeface="+mn-ea"/>
              </a:rPr>
              <a:t>(Hosted locally using XAMPP)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6D0C5850-EF18-4FEE-A0AA-DCCC7478244D}"/>
              </a:ext>
            </a:extLst>
          </p:cNvPr>
          <p:cNvSpPr txBox="1"/>
          <p:nvPr/>
        </p:nvSpPr>
        <p:spPr>
          <a:xfrm>
            <a:off x="4403056" y="4244478"/>
            <a:ext cx="3366929" cy="385362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600" dirty="0">
                <a:effectLst/>
                <a:latin typeface="+mn-ea"/>
                <a:cs typeface="Times New Roman" panose="02020603050405020304" pitchFamily="18" charset="0"/>
              </a:rPr>
              <a:t>Node.js and Express</a:t>
            </a:r>
            <a:endParaRPr lang="en-NZ" altLang="zh-CN" sz="1600" dirty="0"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  <a:latin typeface="+mn-ea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1E3BC4BC-DF63-4DAC-A753-0D3691102583}"/>
              </a:ext>
            </a:extLst>
          </p:cNvPr>
          <p:cNvSpPr txBox="1"/>
          <p:nvPr/>
        </p:nvSpPr>
        <p:spPr>
          <a:xfrm>
            <a:off x="431792" y="4244478"/>
            <a:ext cx="3366929" cy="38125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nl-NL" altLang="zh-CN" sz="1600" dirty="0">
                <a:latin typeface="+mn-ea"/>
              </a:rPr>
              <a:t>HTML/CSS, Bootstrap, EJS</a:t>
            </a:r>
            <a:endParaRPr lang="en-NZ" altLang="zh-CN" sz="1600" dirty="0"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3832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F4D43-E6B3-43B5-A856-419AC29B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Database Design</a:t>
            </a:r>
            <a:endParaRPr lang="zh-CN" altLang="en-US" sz="4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1F1EE4-CFE6-483A-8263-BE710F38C0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73500" y="1738709"/>
            <a:ext cx="7297420" cy="26282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4472345-ACD4-41B7-A3FD-E5B90BEA8D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73500" y="5053490"/>
            <a:ext cx="7297420" cy="7108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97CA8C1-1279-4026-A120-274228BB5D6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0714" y="1395094"/>
            <a:ext cx="2773045" cy="520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50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Core Functions(Admin)</a:t>
            </a:r>
            <a:endParaRPr lang="en-US" sz="48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CDDE7F-EDA2-4A68-8C80-1540DAFF4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599" y="1562524"/>
            <a:ext cx="8373533" cy="436842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16FBF77-B652-423C-AC98-A6153F204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1" y="1125912"/>
            <a:ext cx="8720666" cy="53444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86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Core Functions(Admin)</a:t>
            </a:r>
            <a:endParaRPr lang="en-US" sz="4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E6877A8-B3CE-4FD0-8304-6B0C8FA8E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943" y="1873972"/>
            <a:ext cx="8270589" cy="31100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7C1FFD-530C-4F4F-B652-ABB15DF49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8522"/>
            <a:ext cx="12192000" cy="29647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993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Core Functions(Customer)</a:t>
            </a:r>
            <a:endParaRPr lang="en-US" sz="48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807F054-F10C-4B6F-924A-DFC61D7C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6" y="1092199"/>
            <a:ext cx="10768610" cy="57488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93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Core Functions(Customer)</a:t>
            </a:r>
            <a:endParaRPr lang="en-US" sz="4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56AAA5-9A20-456C-A3E8-464DE318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" y="1686170"/>
            <a:ext cx="6038321" cy="4199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527F64-EEB1-42E3-BD11-6AF1362E8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86171"/>
            <a:ext cx="6096000" cy="41997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737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Core Functions(Receptionist)</a:t>
            </a:r>
            <a:endParaRPr lang="en-US" sz="4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F72F4F-E542-4870-88FD-7AA3D7041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139" y="1143707"/>
            <a:ext cx="6544128" cy="57252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9099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Order Status</a:t>
            </a:r>
            <a:endParaRPr lang="en-US" sz="4800" dirty="0"/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DC94D2E8-27B1-4E20-8C34-12345D882E38}"/>
              </a:ext>
            </a:extLst>
          </p:cNvPr>
          <p:cNvSpPr/>
          <p:nvPr/>
        </p:nvSpPr>
        <p:spPr>
          <a:xfrm>
            <a:off x="5068041" y="5019248"/>
            <a:ext cx="1076569" cy="1028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 altLang="zh-CN" sz="1200" b="1" dirty="0">
                <a:solidFill>
                  <a:schemeClr val="bg1"/>
                </a:solidFill>
                <a:effectLst/>
              </a:rPr>
              <a:t>cancelled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D44AB817-E844-E2D3-8962-20D4FD6E6D3A}"/>
              </a:ext>
            </a:extLst>
          </p:cNvPr>
          <p:cNvSpPr/>
          <p:nvPr/>
        </p:nvSpPr>
        <p:spPr>
          <a:xfrm>
            <a:off x="10275715" y="3291761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 altLang="zh-CN" sz="1200" b="1" dirty="0">
                <a:solidFill>
                  <a:schemeClr val="bg1"/>
                </a:solidFill>
                <a:effectLst/>
              </a:rPr>
              <a:t>completed</a:t>
            </a:r>
            <a:endParaRPr lang="zh-CN" altLang="en-US" sz="1200" b="1" dirty="0"/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345DA094-79E1-4840-9163-1B9CEBF5A31D}"/>
              </a:ext>
            </a:extLst>
          </p:cNvPr>
          <p:cNvSpPr/>
          <p:nvPr/>
        </p:nvSpPr>
        <p:spPr>
          <a:xfrm>
            <a:off x="5068041" y="3291761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 altLang="zh-CN" sz="1200" b="1" dirty="0">
                <a:solidFill>
                  <a:schemeClr val="bg1"/>
                </a:solidFill>
                <a:effectLst/>
              </a:rPr>
              <a:t>confirmed</a:t>
            </a:r>
            <a:endParaRPr lang="zh-CN" altLang="en-US" sz="1200" b="1" dirty="0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EA13115A-0442-48A7-AE37-E2D0A669BEC7}"/>
              </a:ext>
            </a:extLst>
          </p:cNvPr>
          <p:cNvSpPr/>
          <p:nvPr/>
        </p:nvSpPr>
        <p:spPr>
          <a:xfrm>
            <a:off x="3257036" y="3291761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solidFill>
                  <a:schemeClr val="bg1"/>
                </a:solidFill>
              </a:rPr>
              <a:t>pending</a:t>
            </a:r>
            <a:endParaRPr lang="zh-CN" altLang="en-US" sz="1200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DAD5C4-94F7-419D-A7A7-FC97C45E2F0B}"/>
              </a:ext>
            </a:extLst>
          </p:cNvPr>
          <p:cNvSpPr/>
          <p:nvPr/>
        </p:nvSpPr>
        <p:spPr>
          <a:xfrm>
            <a:off x="8615709" y="3291761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 altLang="zh-CN" sz="1200" b="1" dirty="0">
                <a:solidFill>
                  <a:schemeClr val="bg1"/>
                </a:solidFill>
                <a:effectLst/>
              </a:rPr>
              <a:t>ready</a:t>
            </a:r>
            <a:endParaRPr lang="zh-CN" altLang="en-US" sz="1200" b="1" dirty="0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C44183AC-4689-4DAC-81ED-11CEA3307A61}"/>
              </a:ext>
            </a:extLst>
          </p:cNvPr>
          <p:cNvSpPr/>
          <p:nvPr/>
        </p:nvSpPr>
        <p:spPr>
          <a:xfrm>
            <a:off x="6841875" y="3291761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Z" altLang="zh-CN" sz="1200" b="1" dirty="0">
                <a:solidFill>
                  <a:schemeClr val="bg1"/>
                </a:solidFill>
                <a:effectLst/>
                <a:latin typeface="+mj-lt"/>
              </a:rPr>
              <a:t>preparing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C892A5F-F952-446C-B16E-FD7F268E2659}"/>
              </a:ext>
            </a:extLst>
          </p:cNvPr>
          <p:cNvCxnSpPr>
            <a:stCxn id="10" idx="6"/>
            <a:endCxn id="9" idx="2"/>
          </p:cNvCxnSpPr>
          <p:nvPr/>
        </p:nvCxnSpPr>
        <p:spPr>
          <a:xfrm>
            <a:off x="4337036" y="3831761"/>
            <a:ext cx="73100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3961D56-3D9C-44C6-9948-2DEA742B56E4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6148041" y="3831761"/>
            <a:ext cx="693834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6D3FF8-5E1A-4853-8931-18EDBD9C97C4}"/>
              </a:ext>
            </a:extLst>
          </p:cNvPr>
          <p:cNvCxnSpPr>
            <a:cxnSpLocks/>
            <a:stCxn id="13" idx="6"/>
            <a:endCxn id="12" idx="2"/>
          </p:cNvCxnSpPr>
          <p:nvPr/>
        </p:nvCxnSpPr>
        <p:spPr>
          <a:xfrm>
            <a:off x="7921875" y="3831761"/>
            <a:ext cx="693834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C0E215C-A196-4BB1-AEE6-E0476054D0AD}"/>
              </a:ext>
            </a:extLst>
          </p:cNvPr>
          <p:cNvCxnSpPr>
            <a:cxnSpLocks/>
            <a:stCxn id="12" idx="6"/>
            <a:endCxn id="8" idx="2"/>
          </p:cNvCxnSpPr>
          <p:nvPr/>
        </p:nvCxnSpPr>
        <p:spPr>
          <a:xfrm>
            <a:off x="9695709" y="3831761"/>
            <a:ext cx="58000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588C3C4-3FEF-4C5D-BFDD-2AE5C9D8EC1B}"/>
              </a:ext>
            </a:extLst>
          </p:cNvPr>
          <p:cNvCxnSpPr>
            <a:cxnSpLocks/>
            <a:stCxn id="10" idx="5"/>
            <a:endCxn id="5" idx="0"/>
          </p:cNvCxnSpPr>
          <p:nvPr/>
        </p:nvCxnSpPr>
        <p:spPr>
          <a:xfrm>
            <a:off x="4178874" y="4213599"/>
            <a:ext cx="1427452" cy="80564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FF5AC66-0AEF-44FE-9558-A2124CFD377E}"/>
              </a:ext>
            </a:extLst>
          </p:cNvPr>
          <p:cNvCxnSpPr>
            <a:cxnSpLocks/>
            <a:stCxn id="9" idx="4"/>
            <a:endCxn id="5" idx="0"/>
          </p:cNvCxnSpPr>
          <p:nvPr/>
        </p:nvCxnSpPr>
        <p:spPr>
          <a:xfrm flipH="1">
            <a:off x="5606326" y="4371761"/>
            <a:ext cx="1715" cy="64748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EF12AF-8F59-466C-B100-5DC3E0F9A1B3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5606326" y="4213599"/>
            <a:ext cx="1393711" cy="80564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49101106-533A-4D1E-854A-4F5840F3856A}"/>
              </a:ext>
            </a:extLst>
          </p:cNvPr>
          <p:cNvCxnSpPr>
            <a:stCxn id="9" idx="0"/>
            <a:endCxn id="10" idx="0"/>
          </p:cNvCxnSpPr>
          <p:nvPr/>
        </p:nvCxnSpPr>
        <p:spPr>
          <a:xfrm rot="16200000" flipV="1">
            <a:off x="4702539" y="2386258"/>
            <a:ext cx="12700" cy="1811005"/>
          </a:xfrm>
          <a:prstGeom prst="bentConnector3">
            <a:avLst>
              <a:gd name="adj1" fmla="val 4349953"/>
            </a:avLst>
          </a:prstGeom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08E1A075-784B-4A73-8DAC-ACF241870C0D}"/>
              </a:ext>
            </a:extLst>
          </p:cNvPr>
          <p:cNvCxnSpPr>
            <a:cxnSpLocks/>
            <a:stCxn id="13" idx="0"/>
            <a:endCxn id="10" idx="0"/>
          </p:cNvCxnSpPr>
          <p:nvPr/>
        </p:nvCxnSpPr>
        <p:spPr>
          <a:xfrm rot="16200000" flipV="1">
            <a:off x="5589456" y="1499341"/>
            <a:ext cx="12700" cy="3584839"/>
          </a:xfrm>
          <a:prstGeom prst="bentConnector3">
            <a:avLst>
              <a:gd name="adj1" fmla="val 4424969"/>
            </a:avLst>
          </a:prstGeom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E4FF31A0-7C57-4A82-BA04-C0905C330293}"/>
              </a:ext>
            </a:extLst>
          </p:cNvPr>
          <p:cNvCxnSpPr>
            <a:cxnSpLocks/>
            <a:stCxn id="12" idx="0"/>
            <a:endCxn id="10" idx="0"/>
          </p:cNvCxnSpPr>
          <p:nvPr/>
        </p:nvCxnSpPr>
        <p:spPr>
          <a:xfrm rot="16200000" flipV="1">
            <a:off x="6476373" y="612424"/>
            <a:ext cx="12700" cy="5358673"/>
          </a:xfrm>
          <a:prstGeom prst="bentConnector3">
            <a:avLst>
              <a:gd name="adj1" fmla="val 4424969"/>
            </a:avLst>
          </a:prstGeom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对话气泡: 椭圆形 30">
            <a:extLst>
              <a:ext uri="{FF2B5EF4-FFF2-40B4-BE49-F238E27FC236}">
                <a16:creationId xmlns:a16="http://schemas.microsoft.com/office/drawing/2014/main" id="{B80899C2-37D4-4C4C-80A2-105D1B3A8556}"/>
              </a:ext>
            </a:extLst>
          </p:cNvPr>
          <p:cNvSpPr/>
          <p:nvPr/>
        </p:nvSpPr>
        <p:spPr>
          <a:xfrm>
            <a:off x="5781675" y="1695450"/>
            <a:ext cx="2609850" cy="878968"/>
          </a:xfrm>
          <a:prstGeom prst="wedgeEllipseCallou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/>
              <a:t>Append items</a:t>
            </a:r>
            <a:endParaRPr lang="zh-CN" altLang="en-US" sz="1200" b="1" dirty="0"/>
          </a:p>
        </p:txBody>
      </p:sp>
      <p:sp>
        <p:nvSpPr>
          <p:cNvPr id="38" name="Rectangle: Rounded Corners 10">
            <a:extLst>
              <a:ext uri="{FF2B5EF4-FFF2-40B4-BE49-F238E27FC236}">
                <a16:creationId xmlns:a16="http://schemas.microsoft.com/office/drawing/2014/main" id="{8D73B61A-3E18-402A-A2CD-D54D071BF3E1}"/>
              </a:ext>
            </a:extLst>
          </p:cNvPr>
          <p:cNvSpPr/>
          <p:nvPr/>
        </p:nvSpPr>
        <p:spPr>
          <a:xfrm>
            <a:off x="419101" y="3533775"/>
            <a:ext cx="1790700" cy="679824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r>
              <a:rPr lang="en-US" altLang="zh-CN" sz="2000" dirty="0">
                <a:solidFill>
                  <a:schemeClr val="tx1"/>
                </a:solidFill>
              </a:rPr>
              <a:t>Item Status: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10">
            <a:extLst>
              <a:ext uri="{FF2B5EF4-FFF2-40B4-BE49-F238E27FC236}">
                <a16:creationId xmlns:a16="http://schemas.microsoft.com/office/drawing/2014/main" id="{188CE50B-C9BD-4182-8075-99C9A70666B7}"/>
              </a:ext>
            </a:extLst>
          </p:cNvPr>
          <p:cNvSpPr/>
          <p:nvPr/>
        </p:nvSpPr>
        <p:spPr>
          <a:xfrm>
            <a:off x="419101" y="2234506"/>
            <a:ext cx="1790700" cy="679824"/>
          </a:xfrm>
          <a:prstGeom prst="roundRect">
            <a:avLst>
              <a:gd name="adj" fmla="val 10230"/>
            </a:avLst>
          </a:prstGeom>
          <a:solidFill>
            <a:schemeClr val="bg1"/>
          </a:solidFill>
          <a:ln w="12700" cap="rnd">
            <a:solidFill>
              <a:schemeClr val="tx1"/>
            </a:solidFill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Order Status: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39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Testing</a:t>
            </a:r>
            <a:endParaRPr lang="en-US" sz="4800" dirty="0"/>
          </a:p>
        </p:txBody>
      </p:sp>
      <p:cxnSp>
        <p:nvCxnSpPr>
          <p:cNvPr id="3" name="Straight Connector 19">
            <a:extLst>
              <a:ext uri="{FF2B5EF4-FFF2-40B4-BE49-F238E27FC236}">
                <a16:creationId xmlns:a16="http://schemas.microsoft.com/office/drawing/2014/main" id="{B2EDD8D0-D014-4B27-8EDE-0A1FCCC70415}"/>
              </a:ext>
            </a:extLst>
          </p:cNvPr>
          <p:cNvCxnSpPr>
            <a:cxnSpLocks/>
          </p:cNvCxnSpPr>
          <p:nvPr/>
        </p:nvCxnSpPr>
        <p:spPr>
          <a:xfrm>
            <a:off x="3731975" y="2237303"/>
            <a:ext cx="4895600" cy="0"/>
          </a:xfrm>
          <a:prstGeom prst="line">
            <a:avLst/>
          </a:prstGeom>
          <a:ln w="158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20">
            <a:extLst>
              <a:ext uri="{FF2B5EF4-FFF2-40B4-BE49-F238E27FC236}">
                <a16:creationId xmlns:a16="http://schemas.microsoft.com/office/drawing/2014/main" id="{50F2F19C-712D-4E02-B9EE-5669086E148F}"/>
              </a:ext>
            </a:extLst>
          </p:cNvPr>
          <p:cNvCxnSpPr>
            <a:cxnSpLocks/>
          </p:cNvCxnSpPr>
          <p:nvPr/>
        </p:nvCxnSpPr>
        <p:spPr>
          <a:xfrm>
            <a:off x="3731711" y="2237303"/>
            <a:ext cx="0" cy="653184"/>
          </a:xfrm>
          <a:prstGeom prst="line">
            <a:avLst/>
          </a:prstGeom>
          <a:ln w="158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E8B2040C-60A2-4B35-914D-A92B33D1B821}"/>
              </a:ext>
            </a:extLst>
          </p:cNvPr>
          <p:cNvCxnSpPr>
            <a:cxnSpLocks/>
          </p:cNvCxnSpPr>
          <p:nvPr/>
        </p:nvCxnSpPr>
        <p:spPr>
          <a:xfrm>
            <a:off x="8629388" y="2237303"/>
            <a:ext cx="0" cy="707617"/>
          </a:xfrm>
          <a:prstGeom prst="line">
            <a:avLst/>
          </a:prstGeom>
          <a:ln w="158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5D012CBD-31B0-4927-B5BC-20C6B1526098}"/>
              </a:ext>
            </a:extLst>
          </p:cNvPr>
          <p:cNvSpPr/>
          <p:nvPr/>
        </p:nvSpPr>
        <p:spPr>
          <a:xfrm>
            <a:off x="1711570" y="3252836"/>
            <a:ext cx="4063709" cy="2817453"/>
          </a:xfrm>
          <a:prstGeom prst="roundRect">
            <a:avLst>
              <a:gd name="adj" fmla="val 8635"/>
            </a:avLst>
          </a:prstGeom>
          <a:solidFill>
            <a:schemeClr val="tx2">
              <a:alpha val="15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B4E06EF4-5F2A-43CA-AA27-D1E0403961C6}"/>
              </a:ext>
            </a:extLst>
          </p:cNvPr>
          <p:cNvSpPr/>
          <p:nvPr/>
        </p:nvSpPr>
        <p:spPr>
          <a:xfrm>
            <a:off x="3302708" y="2855730"/>
            <a:ext cx="858006" cy="818020"/>
          </a:xfrm>
          <a:prstGeom prst="roundRect">
            <a:avLst>
              <a:gd name="adj" fmla="val 20279"/>
            </a:avLst>
          </a:prstGeom>
          <a:solidFill>
            <a:schemeClr val="accent1"/>
          </a:solidFill>
          <a:ln w="254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01</a:t>
            </a:r>
            <a:endParaRPr lang="zh-CN" altLang="en-US" sz="2400" b="1" dirty="0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E4622D53-86D9-4EF2-BE8B-0F37F83482EB}"/>
              </a:ext>
            </a:extLst>
          </p:cNvPr>
          <p:cNvSpPr/>
          <p:nvPr/>
        </p:nvSpPr>
        <p:spPr>
          <a:xfrm>
            <a:off x="1711568" y="3931619"/>
            <a:ext cx="4063709" cy="490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testing</a:t>
            </a:r>
            <a:endParaRPr kumimoji="1" lang="zh-CN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9DE89D62-DA3C-4DCC-BE4C-CF17E0FBE870}"/>
              </a:ext>
            </a:extLst>
          </p:cNvPr>
          <p:cNvSpPr/>
          <p:nvPr/>
        </p:nvSpPr>
        <p:spPr>
          <a:xfrm>
            <a:off x="1695599" y="4579480"/>
            <a:ext cx="4063708" cy="65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kumimoji="1" lang="en-NZ" altLang="zh-CN" sz="1600" dirty="0">
                <a:solidFill>
                  <a:schemeClr val="tx1"/>
                </a:solidFill>
                <a:latin typeface="+mn-ea"/>
              </a:rPr>
              <a:t>Login, Order, Menu, QR, Reservation</a:t>
            </a:r>
            <a:br>
              <a:rPr kumimoji="1" lang="en-NZ" altLang="zh-CN" sz="1600" dirty="0">
                <a:solidFill>
                  <a:schemeClr val="tx1"/>
                </a:solidFill>
                <a:latin typeface="+mn-ea"/>
              </a:rPr>
            </a:br>
            <a:r>
              <a:rPr kumimoji="1" lang="en-US" altLang="zh-CN" sz="1600" dirty="0">
                <a:solidFill>
                  <a:schemeClr val="tx1"/>
                </a:solidFill>
                <a:latin typeface="+mn-ea"/>
              </a:rPr>
              <a:t>All major use cases passed</a:t>
            </a:r>
            <a:endParaRPr kumimoji="1"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Rectangle: Rounded Corners 11">
            <a:extLst>
              <a:ext uri="{FF2B5EF4-FFF2-40B4-BE49-F238E27FC236}">
                <a16:creationId xmlns:a16="http://schemas.microsoft.com/office/drawing/2014/main" id="{E5A9EB20-B941-411C-9858-10B236C09E9E}"/>
              </a:ext>
            </a:extLst>
          </p:cNvPr>
          <p:cNvSpPr/>
          <p:nvPr/>
        </p:nvSpPr>
        <p:spPr>
          <a:xfrm>
            <a:off x="6709896" y="3252835"/>
            <a:ext cx="4063709" cy="2817453"/>
          </a:xfrm>
          <a:prstGeom prst="roundRect">
            <a:avLst>
              <a:gd name="adj" fmla="val 8635"/>
            </a:avLst>
          </a:prstGeom>
          <a:solidFill>
            <a:schemeClr val="tx2">
              <a:alpha val="15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1" name="Rectangle: Rounded Corners 12">
            <a:extLst>
              <a:ext uri="{FF2B5EF4-FFF2-40B4-BE49-F238E27FC236}">
                <a16:creationId xmlns:a16="http://schemas.microsoft.com/office/drawing/2014/main" id="{9706B21D-415D-4E02-B514-2F0D9F5EE091}"/>
              </a:ext>
            </a:extLst>
          </p:cNvPr>
          <p:cNvSpPr/>
          <p:nvPr/>
        </p:nvSpPr>
        <p:spPr>
          <a:xfrm>
            <a:off x="8216966" y="2843826"/>
            <a:ext cx="858006" cy="818020"/>
          </a:xfrm>
          <a:prstGeom prst="roundRect">
            <a:avLst>
              <a:gd name="adj" fmla="val 20279"/>
            </a:avLst>
          </a:prstGeom>
          <a:solidFill>
            <a:schemeClr val="tx2">
              <a:alpha val="90000"/>
            </a:schemeClr>
          </a:solidFill>
          <a:ln w="254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400" b="1" dirty="0"/>
              <a:t>02</a:t>
            </a:r>
            <a:endParaRPr lang="zh-CN" altLang="en-US" sz="2400" b="1"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7AF161C-CE9E-4258-B165-3B7EA8B15615}"/>
              </a:ext>
            </a:extLst>
          </p:cNvPr>
          <p:cNvSpPr/>
          <p:nvPr/>
        </p:nvSpPr>
        <p:spPr>
          <a:xfrm>
            <a:off x="6709897" y="3931619"/>
            <a:ext cx="4063707" cy="490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testing</a:t>
            </a:r>
            <a:endParaRPr kumimoji="1" lang="zh-CN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9305507-6FCD-4D47-9A5E-8208489BE453}"/>
              </a:ext>
            </a:extLst>
          </p:cNvPr>
          <p:cNvSpPr/>
          <p:nvPr/>
        </p:nvSpPr>
        <p:spPr>
          <a:xfrm>
            <a:off x="6581381" y="4539847"/>
            <a:ext cx="4063706" cy="65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NZ" altLang="zh-CN" sz="1600" dirty="0">
                <a:solidFill>
                  <a:schemeClr val="tx1"/>
                </a:solidFill>
                <a:latin typeface="+mn-ea"/>
              </a:rPr>
              <a:t>Jest</a:t>
            </a:r>
          </a:p>
          <a:p>
            <a:pPr algn="ctr">
              <a:lnSpc>
                <a:spcPct val="120000"/>
              </a:lnSpc>
            </a:pPr>
            <a:r>
              <a:rPr kumimoji="1" lang="en-NZ" altLang="zh-CN" sz="1600" dirty="0">
                <a:solidFill>
                  <a:schemeClr val="tx1"/>
                </a:solidFill>
                <a:latin typeface="+mn-ea"/>
              </a:rPr>
              <a:t>Part of the code</a:t>
            </a:r>
            <a:endParaRPr kumimoji="1"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" name="Straight Connector 20">
            <a:extLst>
              <a:ext uri="{FF2B5EF4-FFF2-40B4-BE49-F238E27FC236}">
                <a16:creationId xmlns:a16="http://schemas.microsoft.com/office/drawing/2014/main" id="{4E99101E-F1DA-4D7B-9F2D-8E96CE1CD437}"/>
              </a:ext>
            </a:extLst>
          </p:cNvPr>
          <p:cNvCxnSpPr>
            <a:cxnSpLocks/>
          </p:cNvCxnSpPr>
          <p:nvPr/>
        </p:nvCxnSpPr>
        <p:spPr>
          <a:xfrm>
            <a:off x="6275620" y="1584119"/>
            <a:ext cx="0" cy="653184"/>
          </a:xfrm>
          <a:prstGeom prst="line">
            <a:avLst/>
          </a:prstGeom>
          <a:ln w="1587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45648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F558D-2CE6-473D-B225-BDDD21E0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altLang="zh-CN" sz="4800" dirty="0"/>
              <a:t>Agile Development Process</a:t>
            </a:r>
            <a:endParaRPr lang="zh-CN" altLang="en-US" sz="4800" dirty="0"/>
          </a:p>
        </p:txBody>
      </p:sp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485022A1-E126-443A-85BA-38CC82FFC80E}"/>
              </a:ext>
            </a:extLst>
          </p:cNvPr>
          <p:cNvCxnSpPr>
            <a:cxnSpLocks/>
          </p:cNvCxnSpPr>
          <p:nvPr/>
        </p:nvCxnSpPr>
        <p:spPr>
          <a:xfrm>
            <a:off x="967504" y="1322146"/>
            <a:ext cx="0" cy="5205654"/>
          </a:xfrm>
          <a:prstGeom prst="line">
            <a:avLst/>
          </a:prstGeom>
          <a:ln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4">
            <a:extLst>
              <a:ext uri="{FF2B5EF4-FFF2-40B4-BE49-F238E27FC236}">
                <a16:creationId xmlns:a16="http://schemas.microsoft.com/office/drawing/2014/main" id="{9CAD380B-0AE2-4FCD-91D2-D008796D041A}"/>
              </a:ext>
            </a:extLst>
          </p:cNvPr>
          <p:cNvSpPr/>
          <p:nvPr/>
        </p:nvSpPr>
        <p:spPr>
          <a:xfrm>
            <a:off x="778934" y="1680528"/>
            <a:ext cx="376146" cy="36420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1ABA08F-2418-4F36-BF83-0AAF1B6C4E14}"/>
              </a:ext>
            </a:extLst>
          </p:cNvPr>
          <p:cNvSpPr txBox="1"/>
          <p:nvPr/>
        </p:nvSpPr>
        <p:spPr>
          <a:xfrm>
            <a:off x="1335183" y="1657715"/>
            <a:ext cx="2470692" cy="307777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Sprint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D4DF76B-DDB6-44E2-A669-C32B578C33DC}"/>
              </a:ext>
            </a:extLst>
          </p:cNvPr>
          <p:cNvSpPr txBox="1"/>
          <p:nvPr/>
        </p:nvSpPr>
        <p:spPr>
          <a:xfrm>
            <a:off x="1335183" y="2019330"/>
            <a:ext cx="7918884" cy="39876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4680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NZ" altLang="zh-CN" sz="1800" dirty="0">
                <a:effectLst/>
                <a:latin typeface="+mn-ea"/>
                <a:cs typeface="Times New Roman" panose="02020603050405020304" pitchFamily="18" charset="0"/>
              </a:rPr>
              <a:t>Header, Footer, Navigation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en-US" sz="1800" dirty="0"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Login</a:t>
            </a:r>
            <a:r>
              <a:rPr lang="zh-CN" altLang="en-US" sz="1800" dirty="0"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+mn-ea"/>
                <a:cs typeface="Times New Roman" panose="02020603050405020304" pitchFamily="18" charset="0"/>
              </a:rPr>
              <a:t>and</a:t>
            </a:r>
            <a:r>
              <a:rPr lang="en-NZ" altLang="zh-CN" sz="1800" dirty="0">
                <a:latin typeface="+mn-ea"/>
                <a:cs typeface="Times New Roman" panose="02020603050405020304" pitchFamily="18" charset="0"/>
              </a:rPr>
              <a:t> Account Management</a:t>
            </a:r>
            <a:r>
              <a:rPr lang="zh-CN" altLang="en-US" sz="1800" dirty="0">
                <a:latin typeface="+mn-ea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A37F8CBA-0F09-4947-9664-123F1BDBE8F0}"/>
              </a:ext>
            </a:extLst>
          </p:cNvPr>
          <p:cNvSpPr/>
          <p:nvPr/>
        </p:nvSpPr>
        <p:spPr>
          <a:xfrm>
            <a:off x="778934" y="2659428"/>
            <a:ext cx="376146" cy="36420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2A4367D8-B612-4055-B83B-AF55383E259A}"/>
              </a:ext>
            </a:extLst>
          </p:cNvPr>
          <p:cNvSpPr txBox="1"/>
          <p:nvPr/>
        </p:nvSpPr>
        <p:spPr>
          <a:xfrm>
            <a:off x="1335183" y="2635968"/>
            <a:ext cx="2470692" cy="307777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Sprint 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36">
            <a:extLst>
              <a:ext uri="{FF2B5EF4-FFF2-40B4-BE49-F238E27FC236}">
                <a16:creationId xmlns:a16="http://schemas.microsoft.com/office/drawing/2014/main" id="{1FB87892-1F88-41E6-A633-3FDE1B3E3019}"/>
              </a:ext>
            </a:extLst>
          </p:cNvPr>
          <p:cNvSpPr txBox="1"/>
          <p:nvPr/>
        </p:nvSpPr>
        <p:spPr>
          <a:xfrm>
            <a:off x="1335183" y="2981296"/>
            <a:ext cx="4244352" cy="39876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4680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NZ" altLang="zh-CN" sz="1800" dirty="0">
                <a:latin typeface="+mn-ea"/>
              </a:rPr>
              <a:t>Menu Management</a:t>
            </a:r>
            <a:endParaRPr lang="zh-CN" altLang="en-US" sz="1800" dirty="0">
              <a:latin typeface="+mn-ea"/>
            </a:endParaRPr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6B0EDDFE-2352-4C40-9812-86534DD0FE71}"/>
              </a:ext>
            </a:extLst>
          </p:cNvPr>
          <p:cNvSpPr/>
          <p:nvPr/>
        </p:nvSpPr>
        <p:spPr>
          <a:xfrm>
            <a:off x="778934" y="3638328"/>
            <a:ext cx="376146" cy="36420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41">
            <a:extLst>
              <a:ext uri="{FF2B5EF4-FFF2-40B4-BE49-F238E27FC236}">
                <a16:creationId xmlns:a16="http://schemas.microsoft.com/office/drawing/2014/main" id="{F18DCDAC-C0F9-4A60-A0ED-457C448841B3}"/>
              </a:ext>
            </a:extLst>
          </p:cNvPr>
          <p:cNvSpPr txBox="1"/>
          <p:nvPr/>
        </p:nvSpPr>
        <p:spPr>
          <a:xfrm>
            <a:off x="1335183" y="3614221"/>
            <a:ext cx="2470692" cy="307777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Sprint 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" name="TextBox 42">
            <a:extLst>
              <a:ext uri="{FF2B5EF4-FFF2-40B4-BE49-F238E27FC236}">
                <a16:creationId xmlns:a16="http://schemas.microsoft.com/office/drawing/2014/main" id="{56079A2D-B898-45AF-8857-95FACF20A0FC}"/>
              </a:ext>
            </a:extLst>
          </p:cNvPr>
          <p:cNvSpPr txBox="1"/>
          <p:nvPr/>
        </p:nvSpPr>
        <p:spPr>
          <a:xfrm>
            <a:off x="1335183" y="3943262"/>
            <a:ext cx="5395818" cy="39831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4680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NZ" altLang="zh-CN" sz="1800" dirty="0"/>
              <a:t>QR </a:t>
            </a:r>
            <a:r>
              <a:rPr lang="en-US" altLang="zh-CN" sz="1800" dirty="0"/>
              <a:t>Code </a:t>
            </a:r>
            <a:r>
              <a:rPr lang="en-NZ" altLang="zh-CN" sz="1800" dirty="0">
                <a:latin typeface="+mn-ea"/>
              </a:rPr>
              <a:t>Management and </a:t>
            </a:r>
            <a:r>
              <a:rPr lang="en-NZ" altLang="zh-CN" sz="1800" dirty="0"/>
              <a:t>Order for Customer</a:t>
            </a:r>
            <a:endParaRPr lang="zh-CN" altLang="en-US" sz="1800" dirty="0"/>
          </a:p>
        </p:txBody>
      </p:sp>
      <p:sp>
        <p:nvSpPr>
          <p:cNvPr id="13" name="Rectangle 40">
            <a:extLst>
              <a:ext uri="{FF2B5EF4-FFF2-40B4-BE49-F238E27FC236}">
                <a16:creationId xmlns:a16="http://schemas.microsoft.com/office/drawing/2014/main" id="{387E64A1-178E-420D-82FD-28BE89A98100}"/>
              </a:ext>
            </a:extLst>
          </p:cNvPr>
          <p:cNvSpPr/>
          <p:nvPr/>
        </p:nvSpPr>
        <p:spPr>
          <a:xfrm>
            <a:off x="770467" y="4617228"/>
            <a:ext cx="376146" cy="36420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41">
            <a:extLst>
              <a:ext uri="{FF2B5EF4-FFF2-40B4-BE49-F238E27FC236}">
                <a16:creationId xmlns:a16="http://schemas.microsoft.com/office/drawing/2014/main" id="{8338078D-D35F-4C75-9F99-D85B76F2E0A5}"/>
              </a:ext>
            </a:extLst>
          </p:cNvPr>
          <p:cNvSpPr txBox="1"/>
          <p:nvPr/>
        </p:nvSpPr>
        <p:spPr>
          <a:xfrm>
            <a:off x="1335183" y="4592474"/>
            <a:ext cx="2470692" cy="307777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Sprint 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5" name="TextBox 42">
            <a:extLst>
              <a:ext uri="{FF2B5EF4-FFF2-40B4-BE49-F238E27FC236}">
                <a16:creationId xmlns:a16="http://schemas.microsoft.com/office/drawing/2014/main" id="{784B63B9-1019-4E57-A93A-18FD1CDDF391}"/>
              </a:ext>
            </a:extLst>
          </p:cNvPr>
          <p:cNvSpPr txBox="1"/>
          <p:nvPr/>
        </p:nvSpPr>
        <p:spPr>
          <a:xfrm>
            <a:off x="1335183" y="4905228"/>
            <a:ext cx="2470692" cy="39876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4680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NZ" altLang="zh-CN" sz="1800" dirty="0">
                <a:latin typeface="+mn-ea"/>
              </a:rPr>
              <a:t>Reception Panel</a:t>
            </a:r>
            <a:endParaRPr lang="zh-CN" altLang="en-US" sz="1800" dirty="0">
              <a:latin typeface="+mn-ea"/>
            </a:endParaRP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9F43BAD4-23DF-4110-ABB4-624AF98694CA}"/>
              </a:ext>
            </a:extLst>
          </p:cNvPr>
          <p:cNvSpPr/>
          <p:nvPr/>
        </p:nvSpPr>
        <p:spPr>
          <a:xfrm>
            <a:off x="778931" y="5596129"/>
            <a:ext cx="376146" cy="36420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en-US" altLang="zh-CN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41">
            <a:extLst>
              <a:ext uri="{FF2B5EF4-FFF2-40B4-BE49-F238E27FC236}">
                <a16:creationId xmlns:a16="http://schemas.microsoft.com/office/drawing/2014/main" id="{D141A733-D45C-47F9-A308-23D2464F7E88}"/>
              </a:ext>
            </a:extLst>
          </p:cNvPr>
          <p:cNvSpPr txBox="1"/>
          <p:nvPr/>
        </p:nvSpPr>
        <p:spPr>
          <a:xfrm>
            <a:off x="1335183" y="5570728"/>
            <a:ext cx="2470692" cy="307777"/>
          </a:xfrm>
          <a:prstGeom prst="rect">
            <a:avLst/>
          </a:prstGeom>
          <a:noFill/>
        </p:spPr>
        <p:txBody>
          <a:bodyPr wrap="none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Sprint 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1" name="TextBox 42">
            <a:extLst>
              <a:ext uri="{FF2B5EF4-FFF2-40B4-BE49-F238E27FC236}">
                <a16:creationId xmlns:a16="http://schemas.microsoft.com/office/drawing/2014/main" id="{F51C16E5-6BDA-4625-8A2B-0EFFED6E46F6}"/>
              </a:ext>
            </a:extLst>
          </p:cNvPr>
          <p:cNvSpPr txBox="1"/>
          <p:nvPr/>
        </p:nvSpPr>
        <p:spPr>
          <a:xfrm>
            <a:off x="1335183" y="5867195"/>
            <a:ext cx="7050944" cy="398765"/>
          </a:xfrm>
          <a:prstGeom prst="rect">
            <a:avLst/>
          </a:prstGeom>
          <a:ln>
            <a:noFill/>
          </a:ln>
        </p:spPr>
        <p:txBody>
          <a:bodyPr wrap="square" lIns="90000" tIns="46800" rIns="90000" bIns="46800" anchor="t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NZ" altLang="zh-CN" sz="1800" dirty="0">
                <a:latin typeface="+mn-ea"/>
              </a:rPr>
              <a:t>Home, Contact, Reservation</a:t>
            </a:r>
            <a:endParaRPr lang="zh-CN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725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Limitations</a:t>
            </a:r>
            <a:endParaRPr lang="en-US" sz="4800" dirty="0"/>
          </a:p>
        </p:txBody>
      </p: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D0D1C982-A426-4A7C-92F9-EDCDCC747658}"/>
              </a:ext>
            </a:extLst>
          </p:cNvPr>
          <p:cNvSpPr/>
          <p:nvPr/>
        </p:nvSpPr>
        <p:spPr>
          <a:xfrm>
            <a:off x="606897" y="2141629"/>
            <a:ext cx="3363954" cy="3437762"/>
          </a:xfrm>
          <a:prstGeom prst="roundRect">
            <a:avLst>
              <a:gd name="adj" fmla="val 928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21">
            <a:extLst>
              <a:ext uri="{FF2B5EF4-FFF2-40B4-BE49-F238E27FC236}">
                <a16:creationId xmlns:a16="http://schemas.microsoft.com/office/drawing/2014/main" id="{7B3717DD-F4BC-4AE5-A56B-AE23DDB9531D}"/>
              </a:ext>
            </a:extLst>
          </p:cNvPr>
          <p:cNvSpPr/>
          <p:nvPr/>
        </p:nvSpPr>
        <p:spPr>
          <a:xfrm>
            <a:off x="451555" y="1961629"/>
            <a:ext cx="530496" cy="476869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>
              <a:lnSpc>
                <a:spcPct val="120000"/>
              </a:lnSpc>
            </a:pPr>
            <a:endParaRPr lang="zh-CN" altLang="en-US" sz="1600" b="1" dirty="0">
              <a:solidFill>
                <a:srgbClr val="FFFFFF"/>
              </a:solidFill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C7592BF9-734B-45B3-B94B-715828EB2B16}"/>
              </a:ext>
            </a:extLst>
          </p:cNvPr>
          <p:cNvSpPr txBox="1"/>
          <p:nvPr/>
        </p:nvSpPr>
        <p:spPr>
          <a:xfrm>
            <a:off x="606897" y="3463820"/>
            <a:ext cx="3363954" cy="529999"/>
          </a:xfrm>
          <a:prstGeom prst="rect">
            <a:avLst/>
          </a:prstGeom>
          <a:noFill/>
        </p:spPr>
        <p:txBody>
          <a:bodyPr wrap="none" rtlCol="0" anchor="ctr" anchorCtr="0">
            <a:normAutofit/>
          </a:bodyPr>
          <a:lstStyle/>
          <a:p>
            <a:pPr algn="ctr"/>
            <a:r>
              <a:rPr lang="en-NZ" altLang="zh-CN" sz="2400" b="1" dirty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rPr>
              <a:t>No payment gateway</a:t>
            </a:r>
          </a:p>
        </p:txBody>
      </p:sp>
      <p:sp>
        <p:nvSpPr>
          <p:cNvPr id="7" name="Rectangle: Rounded Corners 15">
            <a:extLst>
              <a:ext uri="{FF2B5EF4-FFF2-40B4-BE49-F238E27FC236}">
                <a16:creationId xmlns:a16="http://schemas.microsoft.com/office/drawing/2014/main" id="{7D7C23D8-8853-4162-AD9A-AF8F69EFB8B6}"/>
              </a:ext>
            </a:extLst>
          </p:cNvPr>
          <p:cNvSpPr/>
          <p:nvPr/>
        </p:nvSpPr>
        <p:spPr>
          <a:xfrm>
            <a:off x="4366038" y="2141629"/>
            <a:ext cx="3363954" cy="3437760"/>
          </a:xfrm>
          <a:prstGeom prst="roundRect">
            <a:avLst>
              <a:gd name="adj" fmla="val 9280"/>
            </a:avLst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16">
            <a:extLst>
              <a:ext uri="{FF2B5EF4-FFF2-40B4-BE49-F238E27FC236}">
                <a16:creationId xmlns:a16="http://schemas.microsoft.com/office/drawing/2014/main" id="{64CEFD27-5225-4738-927B-BD8A7AE4EC32}"/>
              </a:ext>
            </a:extLst>
          </p:cNvPr>
          <p:cNvSpPr/>
          <p:nvPr/>
        </p:nvSpPr>
        <p:spPr>
          <a:xfrm>
            <a:off x="4172265" y="1961629"/>
            <a:ext cx="530496" cy="476869"/>
          </a:xfrm>
          <a:prstGeom prst="round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60000">
                <a:schemeClr val="accent6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6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>
              <a:lnSpc>
                <a:spcPct val="120000"/>
              </a:lnSpc>
            </a:pPr>
            <a:endParaRPr lang="zh-CN" altLang="en-US" sz="1600" b="1" dirty="0">
              <a:solidFill>
                <a:srgbClr val="FFFFFF"/>
              </a:solidFill>
            </a:endParaRP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EC90B72E-C4A5-4D71-896F-00E27741632E}"/>
              </a:ext>
            </a:extLst>
          </p:cNvPr>
          <p:cNvSpPr txBox="1"/>
          <p:nvPr/>
        </p:nvSpPr>
        <p:spPr>
          <a:xfrm>
            <a:off x="4363494" y="3463820"/>
            <a:ext cx="3363954" cy="529999"/>
          </a:xfrm>
          <a:prstGeom prst="rect">
            <a:avLst/>
          </a:prstGeom>
          <a:noFill/>
        </p:spPr>
        <p:txBody>
          <a:bodyPr wrap="none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NZ" altLang="zh-CN" sz="2400" b="1" dirty="0"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a:rPr>
              <a:t>Not mobile tested</a:t>
            </a:r>
            <a:endParaRPr lang="zh-CN" altLang="en-US" sz="2400" b="1" dirty="0"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60000">
                    <a:schemeClr val="accent6"/>
                  </a:gs>
                </a:gsLst>
                <a:lin ang="2700000" scaled="0"/>
              </a:gradFill>
              <a:effectLst>
                <a:outerShdw blurRad="76200" dist="50800" dir="5400000" algn="ctr" rotWithShape="0">
                  <a:schemeClr val="accent6">
                    <a:alpha val="20000"/>
                  </a:schemeClr>
                </a:outerShdw>
              </a:effectLst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80FB15-B2E1-4E63-97DC-20BE57608686}"/>
              </a:ext>
            </a:extLst>
          </p:cNvPr>
          <p:cNvSpPr/>
          <p:nvPr/>
        </p:nvSpPr>
        <p:spPr>
          <a:xfrm>
            <a:off x="8154945" y="2141629"/>
            <a:ext cx="3363954" cy="3437759"/>
          </a:xfrm>
          <a:prstGeom prst="roundRect">
            <a:avLst>
              <a:gd name="adj" fmla="val 9280"/>
            </a:avLst>
          </a:prstGeom>
          <a:solidFill>
            <a:schemeClr val="accent3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388FEF-FE7E-41AD-BBB6-BAA736FF24FC}"/>
              </a:ext>
            </a:extLst>
          </p:cNvPr>
          <p:cNvSpPr/>
          <p:nvPr/>
        </p:nvSpPr>
        <p:spPr>
          <a:xfrm>
            <a:off x="7954974" y="1961629"/>
            <a:ext cx="530496" cy="476869"/>
          </a:xfrm>
          <a:prstGeom prst="round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0000">
                <a:schemeClr val="accent3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>
              <a:lnSpc>
                <a:spcPct val="120000"/>
              </a:lnSpc>
            </a:pPr>
            <a:endParaRPr lang="zh-CN" altLang="en-US" sz="1600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93250-F8A8-490F-B62E-99C6955ADBE0}"/>
              </a:ext>
            </a:extLst>
          </p:cNvPr>
          <p:cNvSpPr txBox="1"/>
          <p:nvPr/>
        </p:nvSpPr>
        <p:spPr>
          <a:xfrm>
            <a:off x="8154945" y="3463822"/>
            <a:ext cx="3363954" cy="811558"/>
          </a:xfrm>
          <a:prstGeom prst="rect">
            <a:avLst/>
          </a:prstGeom>
          <a:noFill/>
        </p:spPr>
        <p:txBody>
          <a:bodyPr wrap="none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400" b="1" dirty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rPr>
              <a:t>.env required </a:t>
            </a:r>
          </a:p>
          <a:p>
            <a:pPr algn="ctr">
              <a:lnSpc>
                <a:spcPct val="100000"/>
              </a:lnSpc>
            </a:pPr>
            <a:r>
              <a:rPr lang="en-US" altLang="zh-CN" sz="2400" b="1" dirty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rPr>
              <a:t>for credentials</a:t>
            </a:r>
            <a:endParaRPr lang="zh-CN" altLang="en-US" sz="2400" b="1" dirty="0"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791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Future Enhancements</a:t>
            </a:r>
            <a:endParaRPr lang="en-US" sz="4800" dirty="0"/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05863FBA-6CE9-455C-8676-C77F3BFC2E7B}"/>
              </a:ext>
            </a:extLst>
          </p:cNvPr>
          <p:cNvSpPr/>
          <p:nvPr/>
        </p:nvSpPr>
        <p:spPr>
          <a:xfrm>
            <a:off x="524941" y="2370667"/>
            <a:ext cx="4770967" cy="2785534"/>
          </a:xfrm>
          <a:prstGeom prst="roundRect">
            <a:avLst>
              <a:gd name="adj" fmla="val 10657"/>
            </a:avLst>
          </a:pr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1AEDD74C-0ECD-43FA-9FAA-DFF739886130}"/>
              </a:ext>
            </a:extLst>
          </p:cNvPr>
          <p:cNvSpPr/>
          <p:nvPr/>
        </p:nvSpPr>
        <p:spPr>
          <a:xfrm>
            <a:off x="792463" y="3151545"/>
            <a:ext cx="4190060" cy="1493866"/>
          </a:xfrm>
          <a:prstGeom prst="roundRect">
            <a:avLst>
              <a:gd name="adj" fmla="val 116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881B84E-8C0C-4F7C-9E70-0E07529BEA85}"/>
              </a:ext>
            </a:extLst>
          </p:cNvPr>
          <p:cNvSpPr/>
          <p:nvPr/>
        </p:nvSpPr>
        <p:spPr>
          <a:xfrm>
            <a:off x="781283" y="2503631"/>
            <a:ext cx="3515817" cy="485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200" b="1" dirty="0">
                <a:solidFill>
                  <a:srgbClr val="F8F8F8"/>
                </a:solidFill>
              </a:rPr>
              <a:t>Design</a:t>
            </a:r>
            <a:endParaRPr kumimoji="1" lang="zh-CN" altLang="en-US" sz="3200" b="1" dirty="0">
              <a:solidFill>
                <a:srgbClr val="F8F8F8"/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2334D02-2AB3-4EA6-AD4D-0CBBA57F147F}"/>
              </a:ext>
            </a:extLst>
          </p:cNvPr>
          <p:cNvSpPr/>
          <p:nvPr/>
        </p:nvSpPr>
        <p:spPr>
          <a:xfrm>
            <a:off x="865952" y="3488333"/>
            <a:ext cx="3968515" cy="656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NZ" altLang="zh-CN" sz="1600" dirty="0">
                <a:solidFill>
                  <a:schemeClr val="tx1"/>
                </a:solidFill>
              </a:rPr>
              <a:t>Separate frontend/backend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NZ" altLang="zh-CN" sz="1600" dirty="0">
                <a:solidFill>
                  <a:schemeClr val="tx1"/>
                </a:solidFill>
                <a:effectLst/>
              </a:rPr>
              <a:t>Split app.js files</a:t>
            </a:r>
            <a:endParaRPr lang="zh-CN" altLang="en-US" sz="160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: Rounded Corners 7">
            <a:extLst>
              <a:ext uri="{FF2B5EF4-FFF2-40B4-BE49-F238E27FC236}">
                <a16:creationId xmlns:a16="http://schemas.microsoft.com/office/drawing/2014/main" id="{4CEC0149-0634-4B5D-A2A0-99F879620C25}"/>
              </a:ext>
            </a:extLst>
          </p:cNvPr>
          <p:cNvSpPr/>
          <p:nvPr/>
        </p:nvSpPr>
        <p:spPr>
          <a:xfrm>
            <a:off x="6756399" y="2370667"/>
            <a:ext cx="4770967" cy="2785534"/>
          </a:xfrm>
          <a:prstGeom prst="roundRect">
            <a:avLst>
              <a:gd name="adj" fmla="val 106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F2354FB6-DE83-4059-839D-88BCB07617C3}"/>
              </a:ext>
            </a:extLst>
          </p:cNvPr>
          <p:cNvSpPr/>
          <p:nvPr/>
        </p:nvSpPr>
        <p:spPr>
          <a:xfrm>
            <a:off x="7061201" y="3151545"/>
            <a:ext cx="4171956" cy="1493866"/>
          </a:xfrm>
          <a:prstGeom prst="roundRect">
            <a:avLst>
              <a:gd name="adj" fmla="val 116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24CA966-57B7-4D5A-965D-49D0A54BD9B7}"/>
              </a:ext>
            </a:extLst>
          </p:cNvPr>
          <p:cNvSpPr/>
          <p:nvPr/>
        </p:nvSpPr>
        <p:spPr>
          <a:xfrm>
            <a:off x="7043096" y="2503632"/>
            <a:ext cx="3193180" cy="647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3200" b="1" dirty="0">
                <a:solidFill>
                  <a:srgbClr val="F8F8F8"/>
                </a:solidFill>
              </a:rPr>
              <a:t>Feature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41D1790C-84FC-4BFB-A4A4-2825B151ECF1}"/>
              </a:ext>
            </a:extLst>
          </p:cNvPr>
          <p:cNvSpPr/>
          <p:nvPr/>
        </p:nvSpPr>
        <p:spPr>
          <a:xfrm>
            <a:off x="7161628" y="3352522"/>
            <a:ext cx="4071528" cy="1077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</a:rPr>
              <a:t>Customer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</a:rPr>
              <a:t>Analytics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</a:rPr>
              <a:t>Feedback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</a:rPr>
              <a:t>Staff management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2084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25">
            <a:extLst>
              <a:ext uri="{FF2B5EF4-FFF2-40B4-BE49-F238E27FC236}">
                <a16:creationId xmlns:a16="http://schemas.microsoft.com/office/drawing/2014/main" id="{D73C3D28-7411-4965-BC03-86506207CE6D}"/>
              </a:ext>
            </a:extLst>
          </p:cNvPr>
          <p:cNvSpPr/>
          <p:nvPr/>
        </p:nvSpPr>
        <p:spPr bwMode="auto">
          <a:xfrm>
            <a:off x="865327" y="1811546"/>
            <a:ext cx="500385" cy="500385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NZ" altLang="zh-CN" sz="4800" dirty="0"/>
              <a:t>Demo</a:t>
            </a:r>
            <a:endParaRPr lang="en-US" sz="4800" dirty="0"/>
          </a:p>
        </p:txBody>
      </p:sp>
      <p:sp>
        <p:nvSpPr>
          <p:cNvPr id="3" name="TextBox 48">
            <a:extLst>
              <a:ext uri="{FF2B5EF4-FFF2-40B4-BE49-F238E27FC236}">
                <a16:creationId xmlns:a16="http://schemas.microsoft.com/office/drawing/2014/main" id="{71ABC490-BDD1-4C5B-8482-4ED1E0696B9E}"/>
              </a:ext>
            </a:extLst>
          </p:cNvPr>
          <p:cNvSpPr txBox="1"/>
          <p:nvPr/>
        </p:nvSpPr>
        <p:spPr>
          <a:xfrm>
            <a:off x="1439961" y="1843095"/>
            <a:ext cx="1763626" cy="463846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dirty="0"/>
              <a:t>Admin</a:t>
            </a:r>
            <a:endParaRPr lang="zh-CN" altLang="en-US" sz="2800" b="1" dirty="0"/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67311B13-BE34-4BD1-877D-2FB27A87ABC8}"/>
              </a:ext>
            </a:extLst>
          </p:cNvPr>
          <p:cNvSpPr/>
          <p:nvPr/>
        </p:nvSpPr>
        <p:spPr>
          <a:xfrm flipH="1">
            <a:off x="1439958" y="2613537"/>
            <a:ext cx="2070995" cy="1830255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Add food type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Add items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Add QR code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Add account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26">
            <a:extLst>
              <a:ext uri="{FF2B5EF4-FFF2-40B4-BE49-F238E27FC236}">
                <a16:creationId xmlns:a16="http://schemas.microsoft.com/office/drawing/2014/main" id="{3031BA00-82C7-4CAA-A65D-C494EAF385CE}"/>
              </a:ext>
            </a:extLst>
          </p:cNvPr>
          <p:cNvSpPr txBox="1"/>
          <p:nvPr/>
        </p:nvSpPr>
        <p:spPr>
          <a:xfrm>
            <a:off x="899111" y="1900466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01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7" name="TextBox 80">
            <a:extLst>
              <a:ext uri="{FF2B5EF4-FFF2-40B4-BE49-F238E27FC236}">
                <a16:creationId xmlns:a16="http://schemas.microsoft.com/office/drawing/2014/main" id="{660A8634-0EA5-4E3C-AB38-06911F160178}"/>
              </a:ext>
            </a:extLst>
          </p:cNvPr>
          <p:cNvSpPr txBox="1"/>
          <p:nvPr/>
        </p:nvSpPr>
        <p:spPr>
          <a:xfrm>
            <a:off x="5020559" y="1843095"/>
            <a:ext cx="1763626" cy="463846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dirty="0"/>
              <a:t>Customer</a:t>
            </a:r>
            <a:endParaRPr lang="zh-CN" altLang="en-US" sz="2800" b="1" dirty="0"/>
          </a:p>
        </p:txBody>
      </p:sp>
      <p:sp>
        <p:nvSpPr>
          <p:cNvPr id="8" name="Rectangle 81">
            <a:extLst>
              <a:ext uri="{FF2B5EF4-FFF2-40B4-BE49-F238E27FC236}">
                <a16:creationId xmlns:a16="http://schemas.microsoft.com/office/drawing/2014/main" id="{2CA5C85B-9C34-467F-B46E-EF304A6439E0}"/>
              </a:ext>
            </a:extLst>
          </p:cNvPr>
          <p:cNvSpPr/>
          <p:nvPr/>
        </p:nvSpPr>
        <p:spPr>
          <a:xfrm flipH="1">
            <a:off x="5020553" y="2613537"/>
            <a:ext cx="2988910" cy="2517266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Reservation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View menu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Share the cart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Place an order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Pay online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Append items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Pay at the reception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Freeform: Shape 28">
            <a:extLst>
              <a:ext uri="{FF2B5EF4-FFF2-40B4-BE49-F238E27FC236}">
                <a16:creationId xmlns:a16="http://schemas.microsoft.com/office/drawing/2014/main" id="{8E38812B-070E-4B12-8E74-4859FF7E3294}"/>
              </a:ext>
            </a:extLst>
          </p:cNvPr>
          <p:cNvSpPr/>
          <p:nvPr/>
        </p:nvSpPr>
        <p:spPr bwMode="auto">
          <a:xfrm>
            <a:off x="4486377" y="1811546"/>
            <a:ext cx="500385" cy="500385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DB259463-6AB5-4668-8D0E-11113AF2DD7C}"/>
              </a:ext>
            </a:extLst>
          </p:cNvPr>
          <p:cNvSpPr txBox="1"/>
          <p:nvPr/>
        </p:nvSpPr>
        <p:spPr>
          <a:xfrm>
            <a:off x="4520161" y="1900466"/>
            <a:ext cx="44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02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1" name="Freeform: Shape 25">
            <a:extLst>
              <a:ext uri="{FF2B5EF4-FFF2-40B4-BE49-F238E27FC236}">
                <a16:creationId xmlns:a16="http://schemas.microsoft.com/office/drawing/2014/main" id="{5961A839-E6D6-4000-8E98-E9EBB82FD537}"/>
              </a:ext>
            </a:extLst>
          </p:cNvPr>
          <p:cNvSpPr/>
          <p:nvPr/>
        </p:nvSpPr>
        <p:spPr bwMode="auto">
          <a:xfrm>
            <a:off x="8414061" y="1811546"/>
            <a:ext cx="500385" cy="500385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2" name="TextBox 48">
            <a:extLst>
              <a:ext uri="{FF2B5EF4-FFF2-40B4-BE49-F238E27FC236}">
                <a16:creationId xmlns:a16="http://schemas.microsoft.com/office/drawing/2014/main" id="{CDC1DA19-7345-4C75-8247-5C735E0110AC}"/>
              </a:ext>
            </a:extLst>
          </p:cNvPr>
          <p:cNvSpPr txBox="1"/>
          <p:nvPr/>
        </p:nvSpPr>
        <p:spPr>
          <a:xfrm>
            <a:off x="8988695" y="1843095"/>
            <a:ext cx="1763626" cy="463846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dirty="0"/>
              <a:t>Receptionist</a:t>
            </a:r>
            <a:endParaRPr lang="zh-CN" altLang="en-US" sz="2800" b="1" dirty="0"/>
          </a:p>
        </p:txBody>
      </p:sp>
      <p:sp>
        <p:nvSpPr>
          <p:cNvPr id="13" name="Rectangle 67">
            <a:extLst>
              <a:ext uri="{FF2B5EF4-FFF2-40B4-BE49-F238E27FC236}">
                <a16:creationId xmlns:a16="http://schemas.microsoft.com/office/drawing/2014/main" id="{4BA165A3-375D-4B10-A39F-B1B96019FA9D}"/>
              </a:ext>
            </a:extLst>
          </p:cNvPr>
          <p:cNvSpPr/>
          <p:nvPr/>
        </p:nvSpPr>
        <p:spPr>
          <a:xfrm flipH="1">
            <a:off x="8988691" y="2613536"/>
            <a:ext cx="2568306" cy="3457064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Update account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Receive an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order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Ready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Receive appendix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Print new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Ready new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Finish an order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Print receipt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History orders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+mn-ea"/>
              </a:rPr>
              <a:t>Cancel reservations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3E5FEE1F-8C7D-43F2-8C9F-F72B868F8C32}"/>
              </a:ext>
            </a:extLst>
          </p:cNvPr>
          <p:cNvSpPr txBox="1"/>
          <p:nvPr/>
        </p:nvSpPr>
        <p:spPr>
          <a:xfrm>
            <a:off x="8447845" y="190046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03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0801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052733" y="2180167"/>
            <a:ext cx="4275668" cy="1905000"/>
          </a:xfrm>
        </p:spPr>
        <p:txBody>
          <a:bodyPr wrap="square">
            <a:normAutofit fontScale="90000"/>
          </a:bodyPr>
          <a:lstStyle/>
          <a:p>
            <a:pPr algn="ctr"/>
            <a:r>
              <a:rPr lang="en-US" altLang="zh-CN" dirty="0"/>
              <a:t>Thank You</a:t>
            </a:r>
            <a:br>
              <a:rPr lang="en-US" altLang="zh-CN" dirty="0"/>
            </a:br>
            <a:r>
              <a:rPr lang="en-NZ" altLang="zh-CN" dirty="0"/>
              <a:t>Q&amp;A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25035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0205_Outline/20240205/images_object_6001_7000/531ab1bf-0692-4ffb-a79b-ba56ac9ee0b7-1.source.default.zh-Hans.jpg"/>
  <p:tag name="OFFICEPLUS.THEME" val="New_Batches_0205_Outline/20240205/images_object_6001_7000/531ab1bf-0692-4ffb-a79b-ba56ac9ee0b7-1.source.default.zh-Hans-2.pptx"/>
  <p:tag name="OFFICEPLUS.OUTLINE" val="1158418"/>
  <p:tag name="OFFICEPLUS.OUTLINEEXTERNAL" val="b8359e7a-7ad6-af03-f70f-39c1da3140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29f4027-2b61-4134-8c97-7e1bb6f37ad5.pptx"/>
  <p:tag name="OFFICEPLUS.TAG" val="2beb2bf3-40ba-4876-8eff-8450af69fbd8"/>
  <p:tag name="OFFICEPLUS.OUTLINECONTENT" val="303944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91738caf-e456-4ee9-ac67-5b90db79c6b5.pptx"/>
  <p:tag name="OFFICEPLUS.TAG" val="bd142c3d-b2ac-49d2-945d-a40ea7d68a02"/>
  <p:tag name="OFFICEPLUS.OUTLINECONTENT" val="3039440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37B92"/>
      </a:accent1>
      <a:accent2>
        <a:srgbClr val="10D2EB"/>
      </a:accent2>
      <a:accent3>
        <a:srgbClr val="934C09"/>
      </a:accent3>
      <a:accent4>
        <a:srgbClr val="54E1E8"/>
      </a:accent4>
      <a:accent5>
        <a:srgbClr val="13A4BB"/>
      </a:accent5>
      <a:accent6>
        <a:srgbClr val="D58532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4421</TotalTime>
  <Words>409</Words>
  <Application>Microsoft Office PowerPoint</Application>
  <PresentationFormat>宽屏</PresentationFormat>
  <Paragraphs>149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Aptos</vt:lpstr>
      <vt:lpstr>微软雅黑</vt:lpstr>
      <vt:lpstr>等线</vt:lpstr>
      <vt:lpstr>Arial</vt:lpstr>
      <vt:lpstr>Wingdings</vt:lpstr>
      <vt:lpstr>Designed by OfficePLUS</vt:lpstr>
      <vt:lpstr>EasyOrdering Web-Based Restaurant Ordering System</vt:lpstr>
      <vt:lpstr>Background &amp; Motivation</vt:lpstr>
      <vt:lpstr>Project Goals</vt:lpstr>
      <vt:lpstr>User Roles &amp; Features</vt:lpstr>
      <vt:lpstr>Customer Order Flow</vt:lpstr>
      <vt:lpstr>Receptionist Workflow</vt:lpstr>
      <vt:lpstr>System Architecture</vt:lpstr>
      <vt:lpstr>Database Design</vt:lpstr>
      <vt:lpstr>Core Functions(Admin)</vt:lpstr>
      <vt:lpstr>Core Functions(Admin)</vt:lpstr>
      <vt:lpstr>Core Functions(Customer)</vt:lpstr>
      <vt:lpstr>Core Functions(Customer)</vt:lpstr>
      <vt:lpstr>Core Functions(Receptionist)</vt:lpstr>
      <vt:lpstr>Order Status</vt:lpstr>
      <vt:lpstr>Testing</vt:lpstr>
      <vt:lpstr>Agile Development Process</vt:lpstr>
      <vt:lpstr>Limitations</vt:lpstr>
      <vt:lpstr>Future Enhancements</vt:lpstr>
      <vt:lpstr>Demo</vt:lpstr>
      <vt:lpstr>Thank You Q&amp;A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13510226439cn@gmail.com</cp:lastModifiedBy>
  <cp:revision>94</cp:revision>
  <dcterms:created xsi:type="dcterms:W3CDTF">2023-07-20T03:04:31Z</dcterms:created>
  <dcterms:modified xsi:type="dcterms:W3CDTF">2025-07-14T23:17:31Z</dcterms:modified>
</cp:coreProperties>
</file>